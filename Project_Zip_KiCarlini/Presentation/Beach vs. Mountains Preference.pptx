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 r:id="rId5"/>
    <p:sldId id="258" r:id="rId6"/>
    <p:sldId id="265" r:id="rId7"/>
    <p:sldId id="263" r:id="rId8"/>
    <p:sldId id="267" r:id="rId9"/>
    <p:sldId id="262" r:id="rId10"/>
    <p:sldId id="264" r:id="rId11"/>
    <p:sldId id="261" r:id="rId12"/>
    <p:sldId id="25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79DBF9-618A-4BB0-9FAC-260705C66136}" v="90" dt="2025-11-16T00:52:18.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7" d="100"/>
          <a:sy n="67" d="100"/>
        </p:scale>
        <p:origin x="1296"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19:57.204"/>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5 0,'4105'0'0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20:21:21.515"/>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29:48.224"/>
    </inkml:context>
    <inkml:brush xml:id="br0">
      <inkml:brushProperty name="width" value="0.2" units="cm"/>
      <inkml:brushProperty name="height" value="0.2" units="cm"/>
      <inkml:brushProperty name="color" value="#FFFFFF"/>
    </inkml:brush>
  </inkml:definitions>
  <inkml:trace contextRef="#ctx0" brushRef="#br0">0 250 24434,'24'-51'0,"-24"-148"0,-24 199 0,24 250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06.816"/>
    </inkml:context>
    <inkml:brush xml:id="br0">
      <inkml:brushProperty name="width" value="0.2" units="cm"/>
      <inkml:brushProperty name="height" value="0.2" units="cm"/>
      <inkml:brushProperty name="color" value="#FFFFFF"/>
    </inkml:brush>
  </inkml:definitions>
  <inkml:trace contextRef="#ctx0" brushRef="#br0">696 19 24575,'0'61'0,"0"-36"0,0-21 0,0-8 0,0 2 0,0-4 0,0-1 0,0 0 0,1 0 0,0 0 0,2-9 0,-2 14 0,0 0 0,0 0 0,0 0 0,0 0 0,0 0 0,0 0 0,1 1 0,-1-1 0,0 0 0,1 1 0,-1-1 0,1 1 0,0 0 0,0 0 0,-1-1 0,1 1 0,0 0 0,0 0 0,0 1 0,0-1 0,0 0 0,3 0 0,1-1 0,-2 1 0,0 0 0,1 0 0,-1 0 0,0 0 0,0 1 0,1 0 0,4 0 0,-8 0 0,0 0 0,0 1 0,0-1 0,0 1 0,0-1 0,0 1 0,0-1 0,0 1 0,0-1 0,0 1 0,0 0 0,0 0 0,0 0 0,-1-1 0,1 1 0,0 0 0,-1 0 0,1 0 0,0 0 0,-1 0 0,1 0 0,-1 0 0,0 0 0,1 1 0,-1-1 0,0 0 0,1 0 0,-1 0 0,0 0 0,0 0 0,0 2 0,0 7 0,1-1 0,-2 1 0,1 0 0,-1-1 0,-1 1 0,0 0 0,0-1 0,-1 0 0,0 0 0,-5 11 0,2-7 0,-2 1 0,0-1 0,0 0 0,-2 0 0,-17 18 0,26-29 0,-1-1 0,1 0 0,0 1 0,-1-1 0,1 0 0,-1 0 0,0 0 0,1 0 0,-1-1 0,0 1 0,1 0 0,-1-1 0,0 1 0,0-1 0,0 1 0,0-1 0,1 0 0,-1 0 0,0 0 0,0 0 0,0 0 0,0 0 0,0-1 0,1 1 0,-1-1 0,0 1 0,0-1 0,1 0 0,-1 1 0,0-1 0,1 0 0,-1 0 0,0 0 0,1 0 0,0-1 0,-3-1 0,-6-6 0,1-1 0,-1 0 0,2 0 0,-9-14 0,3 5 0,-27-39 0,32 42 0,-2 0 0,0 1 0,-1 0 0,-19-18 0,30 31 0,0 1 0,0 0 0,-1 0 0,1 0 0,0-1 0,-1 1 0,1 0 0,-1 0 0,0 1 0,1-1 0,-1 0 0,1 1 0,-1-1 0,0 0 0,0 1 0,1 0 0,-1 0 0,0-1 0,0 1 0,1 0 0,-1 0 0,0 0 0,0 1 0,0-1 0,1 0 0,-1 1 0,0-1 0,1 1 0,-3 0 0,2 1 0,0 0 0,0 0 0,0 1 0,0-1 0,1 0 0,-1 0 0,1 1 0,0-1 0,-1 1 0,1 0 0,0-1 0,0 1 0,1 0 0,-1-1 0,1 1 0,-1 0 0,1 0 0,0 2 0,-2 35 0,7 74 0,-6-113 0,1 1 0,0-1 0,0 1 0,1-1 0,-1 0 0,0 1 0,0-1 0,1 1 0,-1-1 0,1 1 0,-1-1 0,1 0 0,0 1 0,-1-1 0,1 0 0,0 0 0,0 0 0,0 1 0,0-1 0,0 0 0,0 0 0,0 0 0,0-1 0,0 1 0,1 0 0,-1 0 0,0-1 0,1 1 0,-1 0 0,0-1 0,1 1 0,-1-1 0,1 0 0,-1 0 0,3 1 0,-2-2 0,1 1 0,-1-1 0,0 1 0,0-1 0,0 0 0,0 0 0,1 0 0,-2 0 0,1 0 0,0-1 0,0 1 0,0 0 0,0-1 0,-1 0 0,1 1 0,-1-1 0,1 0 0,-1 0 0,0 0 0,0 0 0,0 0 0,2-3 0,0-2 0,0-1 0,-1 0 0,0 1 0,0-1 0,-1 0 0,0 0 0,0 0 0,-1 0 0,0 0 0,-1-10 0,0 12 0,0 1 0,0 0 0,-1-1 0,1 1 0,-1 0 0,0 0 0,-1 0 0,1 0 0,-1 0 0,0 1 0,0-1 0,0 1 0,-1 0 0,1 0 0,-8-6 0,6 6 0,0 0 0,0 0 0,-1 1 0,1 0 0,-1 0 0,0 0 0,0 1 0,0 0 0,0 0 0,0 1 0,0-1 0,-1 1 0,-11 0 0,15 1 0,-1 1 0,1-1 0,0 1 0,-1 0 0,1 0 0,0 0 0,0 0 0,0 1 0,0-1 0,0 1 0,0-1 0,0 1 0,1 0 0,-1 0 0,0 1 0,1-1 0,0 1 0,0-1 0,0 1 0,0-1 0,0 1 0,0 0 0,0 0 0,1 0 0,0 0 0,-1 0 0,0 7 0,-38 87 0,39-96 0,1 1 0,-1 0 0,1-1 0,0 1 0,0 0 0,-1 0 0,1-1 0,0 1 0,0 0 0,1 0 0,-1-1 0,0 1 0,1 0 0,-1-1 0,1 1 0,-1 0 0,1-1 0,0 1 0,0 0 0,-1-1 0,1 1 0,0-1 0,0 0 0,1 1 0,1 1 0,-2-3 0,-1 1 0,1-1 0,0 1 0,0-1 0,0 1 0,0-1 0,0 0 0,-1 1 0,1-1 0,0 0 0,0 0 0,0 0 0,0 0 0,0 0 0,0 0 0,0 0 0,0 0 0,0 0 0,0 0 0,0 0 0,0-1 0,0 1 0,0 0 0,-1-1 0,1 1 0,0-1 0,0 1 0,0-1 0,0 1 0,-1-1 0,1 1 0,0-1 0,-1 0 0,1 1 0,0-1 0,-1 0 0,1 0 0,-1 0 0,1 1 0,-1-1 0,1 0 0,-1 0 0,0 0 0,0 0 0,1-1 0,1-4 0,1 0 0,-2 0 0,1 1 0,0-1 0,-1 0 0,0 0 0,-1-1 0,0 1 0,1 0 0,-2 0 0,1 0 0,-1 0 0,0 0 0,0 0 0,-4-11 0,3 13 0,1 0 0,-1 0 0,0 1 0,0-1 0,0 1 0,0 0 0,-1-1 0,0 1 0,1 0 0,-1 0 0,0 1 0,0-1 0,-1 0 0,1 1 0,0 0 0,-1 0 0,0 0 0,1 0 0,-1 1 0,0-1 0,0 1 0,0 0 0,0 0 0,-5 0 0,1 1 0,0 0 0,0 0 0,1 1 0,-1 0 0,0 0 0,1 1 0,-1 0 0,1 1 0,0-1 0,0 1 0,0 1 0,0-1 0,0 1 0,1 0 0,-12 10 0,10-7 0,0 0 0,1 1 0,0 0 0,0 0 0,1 0 0,0 1 0,0 0 0,1 1 0,0-1 0,0 1 0,-3 12 0,7-20-72,1 0 1,-1-1-1,0 1 0,1 0 0,0 0 0,-1 0 0,1 0 0,0 0 1,0 0-1,0 0 0,0 0 0,1 0 0,-1 0 0,0 0 0,1 0 1,0 0-1,-1 0 0,2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33.907"/>
    </inkml:context>
    <inkml:brush xml:id="br0">
      <inkml:brushProperty name="width" value="0.2" units="cm"/>
      <inkml:brushProperty name="height" value="0.2" units="cm"/>
      <inkml:brushProperty name="color" value="#FFFFFF"/>
    </inkml:brush>
  </inkml:definitions>
  <inkml:trace contextRef="#ctx0" brushRef="#br0">915 2603 24575,'-2'-38'0,"-40"-343"0,-29-531 0,63-7 0,-13 997 0,-242 710 0,110-368 0,117-310 0,-49 132 0,82-235 0,-21 41 0,24-46 0,-1-1 0,1 0 0,-1 0 0,0 0 0,0 0 0,1 0 0,-1 0 0,0 0 0,0 0 0,0 0 0,0-1 0,0 1 0,0 0 0,0-1 0,0 1 0,-1 0 0,1-1 0,0 0 0,0 1 0,0-1 0,-1 1 0,1-1 0,0 0 0,0 0 0,-1 0 0,1 0 0,0 0 0,-1 0 0,1 0 0,0 0 0,0-1 0,-1 1 0,1 0 0,-1-1 0,-3-3 0,0 1 0,1-1 0,-1 1 0,1-2 0,0 1 0,0 0 0,0-1 0,1 1 0,0-1 0,0 0 0,-4-9 0,-24-66 0,28 69 0,-19-66 0,3 0 0,3-2 0,5 0 0,2-1 0,4 0 0,4 0 0,3 0 0,3 0 0,4 0 0,28-110 0,-35 181 0,5-22 0,17-43 0,-21 67 0,-1 0 0,2 1 0,-1-1 0,1 0 0,0 1 0,0 0 0,1 0 0,-1 0 0,2 1 0,-1 0 0,0 0 0,8-5 0,-11 9 0,1 0 0,0 0 0,0 0 0,0 0 0,-1 0 0,1 1 0,0 0 0,0 0 0,0-1 0,0 2 0,0-1 0,0 0 0,0 1 0,0-1 0,0 1 0,0 0 0,-1 0 0,1 0 0,0 0 0,-1 0 0,1 1 0,3 1 0,9 7 0,-1 0 0,21 18 0,-23-18 0,26 23 0,-2 2 0,-1 1 0,-1 2 0,-2 1 0,-2 1 0,-2 2 0,-2 1 0,-1 1 0,30 79 0,-53-119 0,16 55 0,-17-56 0,-1-1 0,1 1 0,-1 0 0,0-1 0,1 1 0,-1 0 0,0 0 0,0-1 0,-1 1 0,1 0 0,-1-1 0,1 1 0,-1-1 0,0 1 0,0 0 0,0-1 0,0 1 0,-2 2 0,2-4 0,0-1 0,1 0 0,-1 1 0,0-1 0,0 0 0,1 1 0,-1-1 0,0 0 0,0 0 0,0 0 0,0 0 0,1 0 0,-1 0 0,0 0 0,0 0 0,0 0 0,1 0 0,-1 0 0,0 0 0,0-1 0,0 1 0,1 0 0,-1 0 0,0-1 0,0 1 0,1-1 0,-1 1 0,0-1 0,1 1 0,-1-1 0,1 1 0,-1-1 0,0 1 0,1-1 0,-1 0 0,1 1 0,0-1 0,-1-1 0,-21-31 0,9 4 0,1 0 0,1-1 0,1 0 0,2-1 0,-6-45 0,6 17 0,4 1 0,2-64 0,5 63 0,2-1 0,3 1 0,26-95 0,-23 115 0,2 1 0,2 1 0,1 0 0,2 0 0,1 2 0,33-45 0,-44 71 0,-1 0 0,1 1 0,1 0 0,-1 0 0,1 1 0,1 0 0,-1 0 0,1 1 0,0 0 0,1 1 0,-1 0 0,1 1 0,11-3 0,-15 5 0,-1 0 0,1 1 0,-1 0 0,1 1 0,-1-1 0,1 1 0,0 0 0,-1 1 0,1 0 0,-1 0 0,1 0 0,-1 1 0,1 0 0,-1 0 0,0 1 0,0-1 0,0 1 0,0 1 0,-1-1 0,1 1 0,-1 0 0,0 0 0,0 1 0,5 5 0,2 5 0,-1 0 0,-1 0 0,0 1 0,-2 1 0,0 0 0,0 0 0,-2 0 0,6 23 0,1 12 0,9 85 0,-8 156 0,-26 1 0,3-90 0,8-38 0,-1-162 0,-2-11 0,-4-14 0,-2-18 0,2-1 0,2 0 0,-1-46 0,7-123 0,1 180 0,4-156 0,53-335 0,-51 483 0,2 1 0,1 0 0,2 1 0,23-49 0,-23 123 0,0 19 0,-3 1 0,-2 0 0,-3 0 0,-5 89 0,-40 238 0,37-360 0,-9 66 0,3 0 0,3 138 0,4-360 0,22-205 0,47-137 0,-63 451 0,5-29 0,24-82 0,-33 136 0,1 0 0,0 0 0,0 1 0,0-1 0,1 0 0,1 7 0,1 7 0,11 191 0,-16 238 0,-18-222 0,10-140 0,1 156 0,-5-408 0,11-325 0,9 387 0,4 0 0,42-175 0,-48 262 0,1 1 0,1 0 0,0 0 0,2 1 0,15-28 0,-25 71 0,3-13 0,-64 518 0,36-363 0,13-39 0,6 260 0,7-412 0,-9-506 0,21 272 0,0 10 0,-10 231 0,0 25 0,2 17 0,31 163 0,-8 2 0,-9 1 0,-8 215 0,-9-408 0,-1 0 0,1 0 0,0 0 0,0 0 0,0-1 0,0 1 0,0 0 0,0 0 0,0 0 0,0 0 0,0 0 0,0 0 0,0 0 0,0 0 0,-1 0 0,1 0 0,0 0 0,0 0 0,0 0 0,0 0 0,0 0 0,0 0 0,0 0 0,0 0 0,0 0 0,0 1 0,0-1 0,-1 0 0,1 0 0,0 0 0,0 0 0,0 0 0,0 0 0,0 0 0,0 0 0,0 0 0,0 0 0,0 0 0,0 0 0,0 0 0,0 0 0,0 0 0,0 1 0,0-1 0,0 0 0,0 0 0,0 0 0,0 0 0,0 0 0,0 0 0,0 0 0,0 0 0,0 0 0,0 0 0,0 0 0,0 1 0,0-1 0,0 0 0,0 0 0,0 0 0,0 0 0,-6-10 0,-6-18 0,4-4 0,1 0 0,2-1 0,-3-37 0,5-102 0,2 108 0,0-70 0,5 1 0,25-154 0,-26 269 0,0 1 0,0 1 0,-1 0 0,-1-18 0,0 41 0,1 0 0,0 0 0,0 0 0,6 12 0,5 14 0,-5 3 0,-1-1 0,-2 1 0,2 62 0,-18 109 0,-31 23 0,0-5 0,39-192 0,1 1 0,5 42 0,-21-123 0,11 4 0,1 0 0,3 0 0,1 0 0,7-67 0,-2 49 0,4-571 0,-7 566 0,-1 41 0,-1 0 0,-10-41 0,6 41 0,2-1 0,-2-38 0,7-28 0,-12 138 0,0 410 0,6-61 0,-5-260 0,-16 399 0,27-228 0,-9-464 0,34-454 0,-25 599 0,-1-3 0,4 26 0,11 62 0,21 119 0,-31-152 0,-1 0 0,-4 76 0,0-115 0,0 0 0,0 0 0,0 1 0,0-1 0,0 0 0,0 0 0,0 0 0,0 0 0,0 0 0,0 0 0,0 0 0,0 0 0,0 0 0,0 0 0,0 0 0,0 1 0,0-1 0,0 0 0,0 0 0,0 0 0,0 0 0,0 0 0,0 0 0,0 0 0,-1 0 0,1 0 0,0 0 0,0 0 0,0 0 0,0 0 0,0 0 0,0 0 0,0 1 0,0-1 0,0 0 0,0 0 0,0 0 0,0 0 0,0 0 0,-1 0 0,1 0 0,0 0 0,0 0 0,0 0 0,0 0 0,0 0 0,0 0 0,0 0 0,0 0 0,0 0 0,0 0 0,0 0 0,-1 0 0,1 0 0,0-1 0,0 1 0,0 0 0,0 0 0,0 0 0,0 0 0,0 0 0,0 0 0,0 0 0,0 0 0,0 0 0,0 0 0,-7-8 0,-4-12 0,2-3 0,2 0 0,0-1 0,2 0 0,0-1 0,2 1 0,-1-35 0,1 15 0,3 44 0,-1-1 0,1 1 0,0 0 0,-1 0 0,1 0 0,0 0 0,-1 0 0,1-1 0,-1 1 0,1 0 0,0 0 0,-1 0 0,1 0 0,-1 0 0,1 0 0,0 0 0,-1 0 0,1 1 0,0-1 0,-1 0 0,1 0 0,-1 0 0,1 0 0,0 0 0,-1 1 0,1-1 0,0 0 0,-1 0 0,1 0 0,0 1 0,0-1 0,-1 0 0,1 1 0,0-1 0,-1 1 0,-18 12 0,15-10 0,-10 7 0,0-1 0,-1 0 0,0-1 0,0-1 0,-1 0 0,0-1 0,-1 0 0,-20 3 0,29-7 0,0-2 0,-1 1 0,1-1 0,0 0 0,0-1 0,0 0 0,-1 0 0,1 0 0,0-1 0,0-1 0,1 1 0,-1-1 0,0-1 0,1 1 0,0-1 0,0-1 0,0 1 0,0-1 0,-7-7 0,0-1 0,1 0 0,-18-25 0,26 32 0,1 0 0,0-1 0,0 0 0,0 1 0,1-1 0,0-1 0,1 1 0,-1 0 0,-1-9 0,-29 93 0,29-59-1365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15.042"/>
    </inkml:context>
    <inkml:brush xml:id="br0">
      <inkml:brushProperty name="width" value="0.2" units="cm"/>
      <inkml:brushProperty name="height" value="0.2" units="cm"/>
      <inkml:brushProperty name="color" value="#FFFFFF"/>
    </inkml:brush>
  </inkml:definitions>
  <inkml:trace contextRef="#ctx0" brushRef="#br0">2 4 24575,'0'0'0,"0"0"0,0 17 0,18 398 0,-12-325 0,-3 51 0,-16 144 0,3-153 0,11 188 0,0-309 0,8 59 0,-8-65 0,-1-1 0,2 0 0,-1 0 0,0 0 0,1 1 0,0-1 0,0-1 0,0 1 0,0 0 0,1 0 0,0-1 0,4 6 0,-7-9 0,0 0 0,1 0 0,-1 0 0,0 0 0,0 0 0,0 1 0,0-1 0,0 0 0,0 0 0,0 0 0,0 0 0,0 0 0,1 0 0,-1 0 0,0 0 0,0 0 0,0 0 0,0 0 0,0 0 0,0 0 0,1 0 0,-1 0 0,0 0 0,0 0 0,0 0 0,0 0 0,0 0 0,0 0 0,0 0 0,1 0 0,-1 0 0,0 0 0,0 0 0,0 0 0,0 0 0,0 0 0,0 0 0,0 0 0,1 0 0,-1-1 0,0 1 0,0 0 0,0 0 0,0 0 0,0 0 0,0 0 0,0 0 0,0 0 0,0 0 0,0-1 0,0 1 0,0 0 0,0 0 0,2-11 0,-5-16 0,3 26 0,-3-18 0,-27-215 0,26 173 0,5-116 0,36-41 0,-6 55 0,-24 118 0,-2-1 0,-2-65 0,-17 165 0,-19 136 0,9 2 0,-1 305 0,25-493 0,1 28 0,0-24 0,1-17 0,34-837 0,-32 661 0,-4 177 0,-1 3 0,1 0 0,0 0 0,0 1 0,1-1 0,-1 0 0,1 0 0,0 0 0,0 0 0,1 1 0,-1-1 0,1 1 0,4-9 0,-4 16 0,-1-1 0,1 1 0,-1-1 0,0 1 0,0-1 0,0 1 0,0-1 0,-1 1 0,1 0 0,0 3 0,58 524 0,-56-483 0,10 435 0,-13-384 0,-10-252 0,2 41 0,2-887 0,12 922 0,2-53 0,2 174 0,0-2 0,4 91 0,-5 252 0,-10-264 0,0 674 0,17-1363 0,-3-173 0,-11 758 0,0 0 0,6 23 0,1 8 0,25 377 0,-34 5 0,-2-210 0,1-122-1365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15.809"/>
    </inkml:context>
    <inkml:brush xml:id="br0">
      <inkml:brushProperty name="width" value="0.2" units="cm"/>
      <inkml:brushProperty name="height" value="0.2" units="cm"/>
      <inkml:brushProperty name="color" value="#FFFFFF"/>
    </inkml:brush>
  </inkml:definitions>
  <inkml:trace contextRef="#ctx0" brushRef="#br0">31 0 24575,'0'29'0,"2"195"0,-10 367 0,0-481 0,-9 246 0,18-294-1365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16.385"/>
    </inkml:context>
    <inkml:brush xml:id="br0">
      <inkml:brushProperty name="width" value="0.2" units="cm"/>
      <inkml:brushProperty name="height" value="0.2" units="cm"/>
      <inkml:brushProperty name="color" value="#FFFFFF"/>
    </inkml:brush>
  </inkml:definitions>
  <inkml:trace contextRef="#ctx0" brushRef="#br0">0 1 24575,'0'36'0,"11"855"0,-11-762 0,-4-107-1365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24.184"/>
    </inkml:context>
    <inkml:brush xml:id="br0">
      <inkml:brushProperty name="width" value="0.2" units="cm"/>
      <inkml:brushProperty name="height" value="0.2" units="cm"/>
      <inkml:brushProperty name="color" value="#FFFFFF"/>
    </inkml:brush>
  </inkml:definitions>
  <inkml:trace contextRef="#ctx0" brushRef="#br0">1692 810 24575,'-1'10'0,"0"-1"0,-1 1 0,0-1 0,0 1 0,-7 16 0,-3 11 0,-32 118 0,-112 432 0,122-432 0,-23 288 0,55-421 0,0-1 0,1-1 0,1 1 0,1 0 0,6 38 0,-3-50 0,1-11 0,5-19 0,5-36 0,-2-2 0,8-82 0,-12 70 0,-8 68 0,151-1174 0,-149 1148 0,3-41 0,-6 69 0,0 1 0,0 0 0,0 0 0,0-1 0,0 1 0,1 0 0,-1 0 0,0-1 0,0 1 0,0 0 0,0-1 0,0 1 0,0 0 0,0 0 0,0-1 0,0 1 0,0 0 0,0-1 0,0 1 0,-1 0 0,1 0 0,0-1 0,0 1 0,0 0 0,0 0 0,0-1 0,0 1 0,-1 0 0,1 0 0,0-1 0,0 1 0,0 0 0,-1 0 0,1 0 0,0 0 0,0-1 0,0 1 0,-1 0 0,1 0 0,0 0 0,-1 0 0,1 0 0,0 0 0,0-1 0,-1 1 0,1 0 0,0 0 0,0 0 0,-1 0 0,1 0 0,0 0 0,-1 0 0,1 0 0,0 0 0,0 1 0,-1-1 0,1 0 0,0 0 0,-1 0 0,1 0 0,0 0 0,-1 1 0,-16 16 0,-11 21 0,1 1 0,2 1 0,-32 69 0,-48 141 0,-37 185 0,120-345 0,4 1 0,-12 178 0,29-242 0,1-1 0,1 1 0,1 0 0,6 27 0,-8-52 0,1 0 0,-1 0 0,0 0 0,1 0 0,-1 0 0,1 0 0,-1-1 0,1 1 0,0 0 0,0 0 0,0-1 0,0 1 0,0 0 0,0-1 0,0 1 0,1-1 0,-1 0 0,1 1 0,-1-1 0,1 0 0,-1 0 0,1 0 0,0 0 0,-1 0 0,3 1 0,-1-2 0,-1-1 0,1 1 0,-1-1 0,1 0 0,-1 0 0,0 1 0,1-2 0,-1 1 0,0 0 0,0 0 0,0-1 0,0 1 0,0-1 0,0 0 0,0 1 0,-1-1 0,1 0 0,0 0 0,-1 0 0,2-3 0,15-23 0,-1-1 0,-2 0 0,-1-1 0,18-55 0,132-437 0,-28-9 0,-135 524 0,20-74 0,35-184 0,-56 264 0,1-30 0,-6 24 0,-9 15 0,-3 11 0,2 1 0,0 1 0,2 0 0,0 0 0,-13 32 0,18-37 0,-55 117 0,7 3 0,-45 161 0,-41 299 0,117-460 0,-16 257 0,41-372 0,-1-11 0,0-1 0,0 1 0,2 0 0,-1-1 0,1 1 0,0-1 0,1 1 0,0-1 0,7 17 0,-9-26 0,0 1 0,0-1 0,1 1 0,-1-1 0,0 0 0,0 1 0,1-1 0,-1 0 0,0 1 0,1-1 0,-1 0 0,1 1 0,-1-1 0,0 0 0,1 0 0,-1 0 0,1 1 0,-1-1 0,1 0 0,-1 0 0,1 0 0,-1 0 0,1 0 0,-1 0 0,1 0 0,-1 0 0,0 0 0,1 0 0,-1 0 0,1 0 0,-1 0 0,1-1 0,-1 1 0,1 0 0,-1 0 0,1 0 0,-1-1 0,0 1 0,1 0 0,-1 0 0,0-1 0,1 1 0,-1 0 0,0-1 0,1 1 0,-1 0 0,0-1 0,1 1 0,-1-1 0,0 1 0,9-13 0,-1 1 0,0-1 0,-1 0 0,-1-1 0,0 0 0,0 0 0,-2 0 0,4-18 0,3-4 0,242-968-867,-196 750 763,-26 118 104,47-196 0,-62 277 0,-13 50 0,-3 14 0,-4 28 0,-96 449 298,10-62 146,33 1-215,55-395-229,1 1 0,5 58 0,3-62 0,-7-26 0,0-1 0,1 1 0,-1-1 0,0 1 0,0-1 0,0 0 0,1 1 0,-1-1 0,0 0 0,1 1 0,-1-1 0,0 0 0,1 1 0,-1-1 0,0 0 0,1 1 0,-1-1 0,1 0 0,-1 0 0,1 0 0,-1 1 0,0-1 0,1 0 0,-1 0 0,1 0 0,-1 0 0,1 0 0,-1 0 0,1 0 0,-1 0 0,1 0 0,-1 0 0,1 0 0,-1 0 0,0 0 0,1-1 0,-1 1 0,1 0 0,-1 0 0,1 0 0,-1-1 0,0 1 0,1 0 0,-1 0 0,0-1 0,1 1 0,-1 0 0,0-1 0,1 1 0,-1 0 0,0-1 0,1 1 0,-1-1 0,8-10 0,-1 0 0,0 0 0,-1-1 0,0 1 0,0-1 0,-2-1 0,1 1 0,2-15 0,3-6 0,194-721 0,-123 429 0,46-143 0,-180 664 0,-84 355 0,133-527 0,-47 251 0,42-211 0,4 1 0,2 82 0,3-145 0,1-5 0,3-17 0,4-33 0,67-521 0,43 5 0,-113 550 0,15-49 0,-126 314 0,-90 196 0,-34-19 0,221-407 0,6-10 0,0-1 0,-1 1 0,1-1 0,-1 1 0,0-1 0,-1 0 0,1 0 0,-1-1 0,0 0 0,-8 7 0,13-11 0,-1 0 0,0 0 0,1 0 0,-1 0 0,1 0 0,-1 0 0,0 0 0,1 0 0,-1 0 0,1 0 0,-1 0 0,0 0 0,1 0 0,-1 0 0,1 0 0,-1 0 0,1-1 0,-1 1 0,1 0 0,-1-1 0,1 1 0,-1 0 0,1-1 0,-1 1 0,1 0 0,-1-1 0,1 1 0,0-1 0,-1 1 0,1-1 0,-1 1 0,1-1 0,0 1 0,0-1 0,-1 1 0,1-1 0,0 1 0,0-2 0,-3-5 0,1 0 0,-1 0 0,2 0 0,-1-1 0,1 1 0,0 0 0,1-13 0,6-63 0,-4 57 0,18-123 0,57-216 0,70-142 0,-143 491 0,12-33 0,66-190 0,-73 218 0,-8 19 0,-2 3 0,-24 50 0,-416 830 0,326-613 0,-114 391 0,204-571 0,4 0 0,-12 102 0,33-158 0,0-32 0,0 0 0,-1 0 0,1 0 0,0 1 0,0-1 0,0 0 0,0 0 0,0 0 0,0 0 0,0 0 0,0 1 0,0-1 0,0 0 0,0 0 0,0 0 0,0 0 0,1 0 0,-1 1 0,0-1 0,0 0 0,0 0 0,0 0 0,0 0 0,0 0 0,0 0 0,0 1 0,0-1 0,0 0 0,1 0 0,-1 0 0,0 0 0,0 0 0,0 0 0,0 0 0,0 0 0,0 0 0,1 0 0,-1 0 0,0 1 0,0-1 0,0 0 0,0 0 0,0 0 0,1 0 0,-1 0 0,0 0 0,0 0 0,0 0 0,0 0 0,0 0 0,1-1 0,9-16 0,43-132 0,-39 107 0,119-371 14,97-286-946,38 12 671,-262 675 261,11-28 0,34-58 703,-59 107-340,-16 17-250,-85 105-102,6 4 0,-122 209 0,-115 323-504,196-326 378,33 3 138,104-318-23,1 0 0,2 0 0,-2 34 0,9-35-23,-3-25 23,0 0 1,0 0-1,0 1 1,1-1 0,-1 0-1,0 0 1,0 0 0,0 0-1,0 1 1,1-1 0,-1 0-1,0 0 1,0 0 0,0 0-1,1 0 1,-1 0-1,0 0 1,0 0 0,0 1-1,1-1 1,-1 0 0,0 0-1,0 0 1,1 0 0,-1 0-1,0 0 1,0 0 0,0 0-1,1 0 1,-1-1-1,0 1 1,0 0 0,1 0-1,-1 0 1,0 0 0,14-13 91,4-15 23,-1-1-1,-1-1 1,21-57 0,-18 42-114,544-1408-934,-540 1393 933,60-190 0,-81 245 39,-1 0 0,1-1 0,-1 1 0,-1 0 0,1-1-1,-1-9 1,0 15-32,0-1 0,0 1 0,0 0 0,0-1 0,0 1 0,-1 0 0,1-1 0,0 1 0,0 0 1,0-1-1,0 1 0,-1 0 0,1-1 0,0 1 0,0 0 0,-1 0 0,1-1 0,0 1 0,-1 0 0,1 0 0,0-1 0,-1 1 0,1 0 0,0 0 0,-1 0 0,1 0 0,0 0 0,-1 0 0,1-1 0,-1 1 0,1 0 0,0 0 0,-1 0 0,1 0 0,-1 0 0,-2 1 18,1 0 1,-1 0-1,1 0 0,-1 0 0,1 0 1,-1 1-1,1-1 0,0 1 0,-3 1 1,-27 25 13,0 0-1,2 3 1,-44 57 0,-57 81-332,-197 341-1,213-295 0,-121 315 1,202-442 293,-23 104 0,54-178 0,-8 41 0,10-52 0,1 0 0,-1-1 0,1 1 0,0 0 0,0-1 0,1 1 0,-1 0 0,0-1 0,1 1 0,-1-1 0,1 1 0,0-1 0,0 1 0,3 4 0,-4-7 0,1 1 0,0-1 0,-1 1 0,1-1 0,0 1 0,0-1 0,0 0 0,-1 0 0,1 1 0,0-1 0,0 0 0,0 0 0,-1 0 0,1 0 0,0 0 0,0 0 0,0 0 0,0 0 0,0 0 0,-1 0 0,1-1 0,0 1 0,0 0 0,0 0 0,-1-1 0,1 1 0,0-1 0,-1 1 0,1 0 0,0-1 0,0 0 0,-1 1 0,1-1 0,0 0 0,10-7 46,-1-1 1,0 0 0,-1 0 0,0-1 0,10-13 0,42-67 519,-46 67-435,309-554-413,-242 422-142,500-909 243,-567 1034 159,-15 30 21,0 0 1,0 0-1,0 0 1,0 0 0,0 0-1,0 0 1,-1 0-1,1 0 1,0 0 0,0 0-1,0 0 1,0 0-1,0 0 1,0 0-1,0 0 1,-1 0 0,1 0-1,0 0 1,0 0-1,0 0 1,0 0-1,0 0 1,0 0 0,-1 0-1,1 0 1,0 0-1,0 0 1,0 0 0,0 0-1,0 0 1,0 0-1,0 0 1,0-1-1,0 1 1,-1 0 0,1 0-1,0 0 1,0 0-1,0 0 1,0 0 0,0 0-1,0 0 1,0 0-1,0-1 1,0 1-1,0 0 1,0 0 0,0 0-1,0 0 1,0 0-1,0 0 1,0-1 0,0 1-1,-45 48 227,-345 458 549,43 39-1466,150-191 691,144-245 0,-50 146 0,95-234 0,1 1 0,1 0 0,1 1 0,-3 27 0,8-48 0,0-1 0,0 0 0,0 0-1,0 1 1,0-1 0,0 0-1,0 0 1,0 1 0,0-1 0,0 0-1,1 0 1,-1 1 0,1-1-1,-1 0 1,1 0 0,-1 0 0,1 0-1,0 0 1,1 2 0,-1-2 6,0-1-1,1 0 1,-1 0 0,0 0 0,0 0 0,1 0 0,-1-1 0,0 1 0,0 0 0,1 0 0,-1-1 0,0 1 0,0-1 0,0 1-1,0-1 1,1 0 0,-1 1 0,0-1 0,0 0 0,0 0 0,0 0 0,-1 0 0,2-1 0,22-21 131,-1-1 0,-1-1-1,-2-1 1,29-47 0,-34 51-140,339-570-391,-34-23 41,-287 549 353,130-283 0,-160 340 0,1 0 0,-2 0 0,4-19 0,-5 28 0,-1-1 0,0 0 0,0 1 0,0-1 0,0 0 0,0 1 0,0-1 0,0 0 0,0 1 0,0-1 0,0 0 0,0 1 0,0-1 0,-1 1 0,1-1 0,0 0 0,0 1 0,-1-1 0,1 1 0,0-1 0,-1 0 0,1 1 0,-1-1 0,1 1 0,0-1 0,-1 1 0,1 0 0,-1-1 0,0 1 0,1-1 0,-1 1 0,1 0 0,-1 0 0,1-1 0,-1 1 0,0 0 0,1 0 0,-1 0 0,0-1 0,1 1 0,-1 0 0,0 0 0,1 0 0,-1 0 0,0 0 0,1 0 0,-1 1 0,0-1 0,1 0 0,-1 0 0,1 0 0,-1 1 0,0-1 0,0 1 0,-41 20 0,-3 10 162,1 1 1,-60 58-1,-71 92 98,70-63-260,-103 152 0,144-175 0,4 3 0,-63 140 0,111-211 0,0 0 0,2 1 0,-10 41 0,19-68 0,1 0 0,0-1 0,-1 1 0,1 0 0,0-1 0,0 1 0,0 0 0,0-1 0,0 1 0,0 0 0,1-1 0,-1 1 0,0 0 0,1-1 0,1 3 0,-1-3 0,0-1 0,0 1 0,0-1 0,0 0 0,0 0 0,0 1 0,0-1 0,0 0 0,0 0 0,0 0 0,0 0 0,0 0 0,0-1 0,0 1 0,0 0 0,0 0 0,0-1 0,0 1 0,0 0 0,0-1 0,0 1 0,0-1 0,-1 1 0,1-1 0,0 0 0,0 1 0,0-1 0,-1 0 0,2 0 0,22-19 0,0-1 0,-2-1 0,0-1 0,25-35 0,-34 43 0,624-887 0,-626 883 0,11-15 0,23-47 0,-38 53 0,-7 27 0,0 1 0,0-1 0,0 1 0,0-1 0,0 1 0,0-1 0,-1 0 0,1 1 0,0-1 0,0 1 0,0-1 0,-1 1 0,1-1 0,0 1 0,-1 0 0,1-1 0,0 1 0,-1-1 0,1 1 0,0 0 0,-1-1 0,1 1 0,-1 0 0,1-1 0,-1 1 0,1 0 0,-1-1 0,-3 1 0,1 0 0,0 0 0,-1 0 0,1 1 0,0-1 0,0 1 0,-1 0 0,1-1 0,0 2 0,0-1 0,0 0 0,0 1 0,-5 2 0,-39 23 0,0 3 0,2 1 0,-59 54 0,-114 126 0,17 11 0,151-160 0,-73 117 0,122-176 0,-7 10 0,0 0 0,1 0 0,1 0 0,0 1 0,-7 26 0,14-25 0,8-12 0,-6-4 0,1 0 0,0 0 0,-1-1 0,0 0 0,1 1 0,-1-1 0,3-3 0,41-31 0,-2-2 0,-2-2 0,72-87 0,-81 89 0,565-702 0,-585 721 0,-5 9 0,-2 0 0,0-1 0,0 0 0,7-16 0,-14 27 0,1-1 0,-1 1 0,0-1 0,0 1 0,1-1 0,-1 1 0,0-1 0,0 0 0,0 1 0,0-1 0,1 0 0,-1 1 0,0-1 0,0 1 0,0-1 0,0 0 0,-1 1 0,1-1 0,0 0 0,0 1 0,0-1 0,0 1 0,-1-1 0,1 1 0,0-1 0,0 0 0,-1 1 0,1-1 0,-1 1 0,1-1 0,0 1 0,-1-1 0,0 0 0,-1 1 0,0-1 0,0 1 0,1-1 0,-1 1 0,0 0 0,0 0 0,0 0 0,0 0 0,1 0 0,-1 0 0,-3 1 0,-13 3 0,1 1 0,0 0 0,0 2 0,1 0 0,-18 10 0,-78 51 0,93-55 0,-61 40 0,3 5 0,2 2 0,3 4 0,-67 76 0,132-133 0,0 1 0,-1 0 0,1 1 0,1-1 0,-1 2 0,1-1 0,1 1 0,-9 19 0,14-29 0,0 1 0,0-1 0,0 0 0,0 1 0,0-1 0,-1 0 0,1 1 0,0-1 0,0 0 0,0 1 0,0-1 0,0 0 0,0 1 0,0-1 0,0 0 0,0 1 0,0-1 0,0 0 0,1 1 0,-1-1 0,0 0 0,0 1 0,0-1 0,0 0 0,0 1 0,1-1 0,-1 0 0,0 1 0,0-1 0,1 0 0,-1 0 0,0 1 0,0-1 0,1 0 0,-1 0 0,1 1 0,14-3 0,21-14 0,11-14 0,0-2 0,-3-2 0,50-48 0,110-131 0,-185 192 0,92-108 0,-92 105 0,-1-1 0,-1-1 0,17-36 0,-26 36 0,-8 25 0,0 1 0,0-1 0,0 0 0,0 1 0,-1-1 0,1 0 0,0 0 0,0 1 0,0-1 0,0 0 0,-1 1 0,1-1 0,0 1 0,-1-1 0,1 0 0,-1 1 0,1-1 0,0 1 0,-1-1 0,1 1 0,-1-1 0,-2 0 0,1 0 0,0 1 0,-1-1 0,1 1 0,-1-1 0,1 1 0,0 0 0,-1 0 0,1 0 0,-1 0 0,1 1 0,0-1 0,-1 1 0,1-1 0,0 1 0,-1 0 0,-3 2 0,-34 13 0,1 3 0,1 1 0,-62 42 0,-103 92 0,188-142 0,-116 93 0,-208 217 0,323-303 0,12-12 0,6-8 0,60-59 0,79-100 0,-64 69 0,-24 31 0,128-154 0,-179 211 0,21-32 0,-23 34 0,1 1 0,-1 0 0,0-1 0,1 1 0,-1-1 0,0 1 0,0-1 0,1 1 0,-1 0 0,0-1 0,0 1 0,0-1 0,0 1 0,0-1 0,0 1 0,1-1 0,-1 1 0,0-1 0,0 1 0,-1-1 0,1 1 0,0-1 0,0 1 0,0-1 0,0 1 0,0-1 0,0 1 0,-1-1 0,1 1 0,0-1 0,0 1 0,-1-1 0,1 1 0,0 0 0,-1-1 0,1 1 0,0 0 0,-1-1 0,1 1 0,-1 0 0,1-1 0,0 1 0,-1 0 0,1 0 0,-1-1 0,1 1 0,-1 0 0,1 0 0,-1 0 0,1 0 0,-1 0 0,1 0 0,-1 0 0,1 0 0,-1 0 0,1 0 0,-1 0 0,1 0 0,-1 0 0,1 0 0,-1 0 0,1 0 0,-1 1 0,1-1 0,-1 0 0,-18 6 0,1 0 0,0 1 0,1 1 0,0 0 0,0 1 0,1 1 0,-23 18 0,15-12 0,-184 135 0,162-114 0,2 3 0,-52 60 0,94-99 0,0 1 0,1 0 0,-1 0 0,1-1 0,-1 1 0,1 0 0,0 1 0,0-1 0,0 0 0,0 0 0,0 0 0,-1 4 0,3-5 0,-1-1 0,0 0 0,0 0 0,0 0 0,0 1 0,1-1 0,-1 0 0,0 0 0,0 0 0,0 1 0,1-1 0,-1 0 0,0 0 0,0 0 0,1 0 0,-1 0 0,0 0 0,0 0 0,0 0 0,1 0 0,-1 0 0,0 1 0,1-1 0,-1 0 0,0 0 0,0-1 0,1 1 0,-1 0 0,0 0 0,0 0 0,1 0 0,-1 0 0,0 0 0,0 0 0,1 0 0,22-10 0,334-221 0,-239 148 0,-96 69 0,102-76 0,-199 148 0,-80 66 0,155-124 0,0 0 0,-1 0 0,1 0 0,0 1 0,0-1 0,-1 0 0,1 0 0,0 0 0,0 0 0,0 0 0,-1 1 0,1-1 0,0 0 0,0 0 0,0 0 0,-1 0 0,1 1 0,0-1 0,0 0 0,0 0 0,0 1 0,0-1 0,0 0 0,0 0 0,0 1 0,-1-1 0,1 0 0,0 0 0,0 1 0,0-1 0,0 0 0,0 0 0,0 1 0,0-1 0,0 0 0,1 0 0,-1 1 0,0-1 0,0 0 0,0 1 0,13-2 0,24-9 0,-36 10 0,127-46 0,169-86 0,109-86 0,-345 184 0,183-112 0,-239 138 0,-15 7 0,-25 7 0,30-5 0,-74 16 0,-141 52 0,-67 56 0,278-120 0,-18 7 0,0 1 0,1 1 0,1 2 0,0 0 0,-32 30 0,59-45 0,11-4 0,18-7 0,490-235 0,-333 153 0,-162 80 0,-10 5 0,-1-1 0,0 0 0,20-14 0,-70 27 0,-68 26 0,1 4 0,3 5 0,1 4 0,2 4 0,-130 88 0,207-124 0,2-1 0,1 1 0,-18 15 0,68-40 0,259-150 0,-97 52 0,-178 101 0,59-36 0,-77 46 0,0 0 0,0 0 0,1 0 0,-1 0 0,0 0 0,0 0 0,0 0 0,1 0 0,-1 0 0,0 0 0,0 0 0,1-1 0,-1 1 0,0 0 0,0 0 0,0 0 0,1 0 0,-1-1 0,0 1 0,0 0 0,0 0 0,0 0 0,1 0 0,-1-1 0,0 1 0,0 0 0,0 0 0,0-1 0,0 1 0,0 0 0,0 0 0,0-1 0,0 1 0,0 0 0,0 0 0,0-1 0,0 1 0,0 0 0,0 0 0,0-1 0,0 1 0,0 0 0,0 0 0,0-1 0,0 1 0,-1 0 0,-14-1 0,-24 7 0,-16 9 0,1 2 0,1 2 0,-56 29 0,-147 90 0,175-92 0,27-16 0,-188 100 0,233-126 0,12-9 0,18-13 0,-18 15 0,81-63 0,3 4 0,2 4 0,3 3 0,165-71 0,-241 120 0,-12 3 0,0 1 0,1 0 0,0 0 0,-1 1 0,1-1 0,0 1 0,0 0 0,0 0 0,7 0 0,-44 21 0,-130 45 0,-197 77 0,358-142 0,-36 12 0,28-12 0,23-11 0,64-33 0,165-67 0,-175 83 0,-53 22 0,124-54 0,200-55 0,-312 111 0,-22 7 0,-15 5 0,-19 8 0,-1-2 0,0-2 0,-33 10 0,-100 21 0,61-18 0,72-17 0,-24 5 0,1 3 0,1 1 0,-93 47 0,133-57 0,-1 2 0,1 0 0,1 0 0,0 1 0,0 0 0,1 1 0,-14 20 0,21-27 0,0 1 0,0-1 0,1 1 0,0 0 0,0 0 0,0-1 0,1 1 0,-1 1 0,1-1 0,0 0 0,0 6 0,1-8 0,1 1 0,-1-1 0,1 0 0,-1 0 0,1 1 0,0-1 0,0 0 0,0 0 0,1 0 0,-1 0 0,1 0 0,0-1 0,-1 1 0,1 0 0,1-1 0,-1 1 0,0-1 0,1 0 0,2 3 0,5 2 0,0-1 0,0 0 0,0-1 0,0 0 0,1-1 0,0 0 0,0-1 0,0 0 0,15 2 0,4 0 0,1-2 0,41-1 0,-25-5 0,1-1 0,-2-3 0,1-2 0,-1-1 0,0-3 0,-1-1 0,-1-3 0,-1-2 0,0-1 0,-1-2 0,60-43 0,-101 64 0,33-30 0,-33 31 0,-1-1 0,1 1 0,0-1 0,-1 1 0,1-1 0,-1 1 0,0-1 0,1 0 0,-1 1 0,0-1 0,1 0 0,-1 0 0,0 1 0,0-1 0,1 0 0,-1 0 0,0 1 0,0-1 0,0 0 0,0 0 0,0 1 0,0-1 0,0 0 0,0 0 0,0 1 0,-1-1 0,1 0 0,0 0 0,0 1 0,-1-1 0,1 0 0,0 1 0,-1-1 0,1 0 0,-1 1 0,1-1 0,-1 0 0,1 1 0,-1-1 0,1 1 0,-1-1 0,0 1 0,1 0 0,-1-1 0,0 1 0,1-1 0,-1 1 0,0 0 0,-1-1 0,-14-3 0,-1-1 0,0 2 0,0 0 0,0 2 0,0-1 0,-28 3 0,4-1 0,-239-19 0,-57-1 0,311 20 0,1 1 0,-1 1 0,1 1 0,0 1 0,0 2 0,-31 10 0,48-13 0,-1 1 0,1-1 0,0 1 0,0 1 0,1-1 0,-1 1 0,1 1 0,0-1 0,0 1 0,1 0 0,0 1 0,0 0 0,0 0 0,1 0 0,0 0 0,0 1 0,1 0 0,0 0 0,0 0 0,1 1 0,-3 10 0,5-16 0,1 0 0,-1 0 0,1 0 0,0 1 0,0-1 0,0 0 0,0 0 0,0 0 0,1 0 0,-1 0 0,1 0 0,0 0 0,0 0 0,0 0 0,0 0 0,1 0 0,2 4 0,-1-3 0,0-1 0,0 1 0,1-1 0,-1 1 0,1-1 0,0 0 0,0-1 0,0 1 0,0-1 0,7 3 0,2 0 0,1 0 0,-1-1 0,1-1 0,0 0 0,1-1 0,24 1 0,-13-3 0,-1-1 0,1-2 0,0 0 0,-1-2 0,1-1 0,-2-1 0,1 0 0,-1-2 0,0-1 0,0-2 0,-1 0 0,-1-1 0,36-27 0,-52 35 0,0-1 0,-1 1 0,0-1 0,1 0 0,-2 0 0,1-1 0,-1 1 0,7-15 0,-10 18 0,0 0 0,0 0 0,0-1 0,0 1 0,-1 0 0,0-1 0,1 1 0,-1 0 0,0-1 0,-1 1 0,1 0 0,0-1 0,-1 1 0,0 0 0,0-1 0,0 1 0,0 0 0,0 0 0,-1 0 0,1 0 0,-1 0 0,0 0 0,-3-2 0,-3-4 0,0 1 0,-1 0 0,0 0 0,0 1 0,-1 0 0,0 1 0,-1 0 0,1 1 0,-1 0 0,0 1 0,-18-5 0,-3 0 0,0 2 0,-64-5 0,66 10 0,0 1 0,-45 6 0,63-4 0,1 1 0,-1 0 0,1 1 0,0 0 0,0 1 0,0 0 0,0 0 0,1 2 0,-16 8 0,25-13 0,1-1 0,-1 0 0,0 1 0,0-1 0,1 1 0,-1-1 0,0 1 0,1-1 0,-1 1 0,0-1 0,1 1 0,-1 0 0,1-1 0,-1 1 0,1 0 0,-1-1 0,1 1 0,-1 0 0,1 0 0,0 0 0,0-1 0,-1 1 0,1 0 0,0 0 0,0 0 0,0-1 0,0 1 0,0 0 0,0 0 0,0 0 0,0 0 0,0 0 0,0-1 0,0 1 0,1 0 0,-1 0 0,0 0 0,1-1 0,-1 1 0,0 0 0,1 0 0,-1-1 0,1 1 0,-1 0 0,1-1 0,0 1 0,-1-1 0,1 1 0,0 0 0,-1-1 0,2 1 0,3 2 0,0 0 0,1 0 0,-1-1 0,1 0 0,-1 0 0,10 2 0,14 1 0,-1-1 0,2-2 0,-1-1 0,57-4 0,115-27 0,-199 30 0,26-5 0,137-28 0,-136 26 0,-1-1 0,0-2 0,43-21 0,-55 19 0,-15 11 0,-1 1 0,0 0 0,0 0 0,0-1 0,0 1 0,1 0 0,-1 0 0,0-1 0,0 1 0,0 0 0,0-1 0,0 1 0,0 0 0,0 0 0,0-1 0,0 1 0,0 0 0,0-1 0,0 1 0,0 0 0,0 0 0,0-1 0,0 1 0,0 0 0,0-1 0,-1 1 0,1 0 0,0 0 0,0-1 0,0 1 0,0 0 0,-1-1 0,-2-1 0,0 0 0,-1 0 0,1 1 0,-1-1 0,1 1 0,-1-1 0,-4 0 0,-64-18 0,-1 3 0,-125-12 0,-152 10 0,307 19 0,0 2 0,0 2 0,-43 9 0,86-13 0,-1 0 0,1 0 0,0 0 0,0 0 0,0 0 0,0 0 0,0 0 0,-1 0 0,1 0 0,0 0 0,0 0 0,0 0 0,0-1 0,0 1 0,-1 0 0,1 1 0,0-1 0,0 0 0,0 0 0,0 0 0,-1 0 0,1 0 0,0 0 0,0 0 0,0 0 0,0 0 0,0 0 0,-1 0 0,1 0 0,0 0 0,0 0 0,0 1 0,0-1 0,0 0 0,0 0 0,0 0 0,-1 0 0,1 0 0,0 0 0,0 1 0,0-1 0,0 0 0,0 0 0,0 0 0,0 0 0,0 1 0,0-1 0,0 0 0,0 0 0,0 0 0,0 0 0,0 0 0,0 1 0,0-1 0,0 0 0,0 0 0,0 0 0,0 0 0,0 1 0,0-1 0,0 0 0,14 6 0,27 5 0,-40-11 0,515 90 0,-450-80 0,-8-3 0,-1-3 0,76-4 0,-127 0-1365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25.762"/>
    </inkml:context>
    <inkml:brush xml:id="br0">
      <inkml:brushProperty name="width" value="0.2" units="cm"/>
      <inkml:brushProperty name="height" value="0.2" units="cm"/>
      <inkml:brushProperty name="color" value="#FFFFFF"/>
    </inkml:brush>
  </inkml:definitions>
  <inkml:trace contextRef="#ctx0" brushRef="#br0">137 1 24575,'0'0'0,"0"0"0,0 21 0,2 161 0,-6 223 0,-16-273 0,1-7 0,-29 190 0,32-228 0,8-35 0,2 1 0,2 0 0,4 65 0,-14-248 0,15-209 120,3 285-417,2 0 0,2 1 0,3 0 0,23-67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26.463"/>
    </inkml:context>
    <inkml:brush xml:id="br0">
      <inkml:brushProperty name="width" value="0.2" units="cm"/>
      <inkml:brushProperty name="height" value="0.2" units="cm"/>
      <inkml:brushProperty name="color" value="#FFFFFF"/>
    </inkml:brush>
  </inkml:definitions>
  <inkml:trace contextRef="#ctx0" brushRef="#br0">37 1 24575,'0'24'0,"1"110"0,-18 630 0,-3-429-1365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26.970"/>
    </inkml:context>
    <inkml:brush xml:id="br0">
      <inkml:brushProperty name="width" value="0.2" units="cm"/>
      <inkml:brushProperty name="height" value="0.2" units="cm"/>
      <inkml:brushProperty name="color" value="#FFFFFF"/>
    </inkml:brush>
  </inkml:definitions>
  <inkml:trace contextRef="#ctx0" brushRef="#br0">21 1 24575,'0'32'0,"-11"213"0,1-13 0,11 52-1365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27.466"/>
    </inkml:context>
    <inkml:brush xml:id="br0">
      <inkml:brushProperty name="width" value="0.2" units="cm"/>
      <inkml:brushProperty name="height" value="0.2" units="cm"/>
      <inkml:brushProperty name="color" value="#FFFFFF"/>
    </inkml:brush>
  </inkml:definitions>
  <inkml:trace contextRef="#ctx0" brushRef="#br0">178 1 24575,'-2'20'0,"-95"767"0,58-407 0,6-156-1365,26-187-5461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56.277"/>
    </inkml:context>
    <inkml:brush xml:id="br0">
      <inkml:brushProperty name="width" value="0.2" units="cm"/>
      <inkml:brushProperty name="height" value="0.2" units="cm"/>
      <inkml:brushProperty name="color" value="#FFFFFF"/>
    </inkml:brush>
  </inkml:definitions>
  <inkml:trace contextRef="#ctx0" brushRef="#br0">450 25 24575,'12'-1'0,"0"-1"0,0 0 0,16-5 0,-14 4 0,0-1 0,25-1 0,-35 5 0,0 0 0,-1 0 0,1 0 0,-1 0 0,1 1 0,-1 0 0,1-1 0,-1 1 0,0 1 0,1-1 0,-1 0 0,0 1 0,0 0 0,0-1 0,6 5 0,-6-2 0,-1 0 0,1-1 0,-1 1 0,1 0 0,-1 1 0,0-1 0,-1 0 0,1 0 0,-1 1 0,0-1 0,0 1 0,0-1 0,0 1 0,-1 8 0,1-4 0,-1-1 0,-1 1 0,1 0 0,-2 0 0,1 0 0,-5 16 0,2-18 0,0 0 0,0 0 0,-1 0 0,0 0 0,0-1 0,-1 0 0,1 0 0,-1 0 0,-1-1 0,1 0 0,-11 7 0,3-3 0,0-1 0,-1-1 0,0 0 0,-29 9 0,35-13 0,0-1 0,0 0 0,0-1 0,0 0 0,0 0 0,0-1 0,0 0 0,0 0 0,-1-1 0,-14-3 0,21 2 0,-1 1 0,1 0 0,0-1 0,0 1 0,0-1 0,0 0 0,0 0 0,0-1 0,0 1 0,0 0 0,1-1 0,0 0 0,-1 1 0,1-1 0,0 0 0,0 0 0,0 0 0,1-1 0,-1 1 0,1 0 0,0 0 0,0-1 0,0 1 0,0-1 0,0 1 0,1-1 0,0 0 0,0 1 0,0-7 0,0 3 0,1-1 0,0 1 0,0-1 0,1 1 0,0 0 0,0 0 0,0 0 0,1 0 0,0 0 0,1 0 0,-1 1 0,1-1 0,1 1 0,-1 0 0,7-6 0,0 0 0,2 1 0,0 0 0,0 0 0,1 2 0,24-14 0,-34 20 0,0 1 0,0 1 0,0-1 0,0 0 0,0 1 0,0 0 0,1 0 0,-1 0 0,0 1 0,1-1 0,-1 1 0,0 0 0,7 1 0,-9 0 0,0-1 0,0 1 0,1 0 0,-1 0 0,0 0 0,0 0 0,0 0 0,0 0 0,0 0 0,-1 1 0,1-1 0,0 1 0,-1-1 0,1 1 0,-1 0 0,1 0 0,-1-1 0,0 1 0,0 0 0,1 0 0,-1 0 0,-1 0 0,1 1 0,0-1 0,-1 0 0,2 5 0,-1 2 0,0 1 0,0 0 0,-1 0 0,0 0 0,-1 0 0,0 0 0,-1 0 0,0-1 0,0 1 0,-1 0 0,0-1 0,-1 0 0,0 0 0,-6 11 0,7-14 0,-1-1 0,1 0 0,-1 0 0,0 0 0,0 0 0,0-1 0,-1 1 0,1-1 0,-1-1 0,0 1 0,0 0 0,-1-1 0,1 0 0,-1 0 0,0-1 0,1 0 0,-1 0 0,0 0 0,0-1 0,0 1 0,0-1 0,-1-1 0,-11 1 0,16-1 0,0 0 0,1 0 0,-1 0 0,0-1 0,0 1 0,0 0 0,0-1 0,0 1 0,1-1 0,-1 0 0,0 1 0,1-1 0,-1 0 0,0 0 0,1 0 0,-1 0 0,1 0 0,-1-1 0,1 1 0,0 0 0,0-1 0,-1 1 0,1-1 0,0 1 0,0-1 0,0 1 0,1-1 0,-1 0 0,0 0 0,1 1 0,-1-1 0,1 0 0,-1 0 0,1 0 0,0 0 0,0 1 0,0-1 0,0 0 0,0 0 0,0-2 0,1-2 0,1 0 0,-1 0 0,1 0 0,0 0 0,0 0 0,1 1 0,-1-1 0,1 1 0,0 0 0,1 0 0,4-6 0,-4 7 0,1-1 0,0 1 0,-1 0 0,1 1 0,1-1 0,-1 1 0,0 0 0,1 0 0,0 1 0,-1 0 0,1 0 0,0 0 0,0 1 0,0 0 0,0 0 0,12-1 0,-15 2 0,0 1 0,0-1 0,1 0 0,-1 1 0,0-1 0,0 1 0,0 0 0,0 0 0,0 1 0,0-1 0,-1 0 0,1 1 0,0 0 0,0-1 0,-1 1 0,0 0 0,1 0 0,-1 1 0,0-1 0,0 0 0,0 1 0,0 0 0,0-1 0,-1 1 0,1 0 0,-1 0 0,0 0 0,0 0 0,0 0 0,0 0 0,0 0 0,-1 0 0,1 0 0,-1 3 0,1-2 0,-1 0 0,0 0 0,-1 0 0,1 0 0,-1 0 0,1 0 0,-1 0 0,0 0 0,-1 0 0,1 0 0,-1-1 0,1 1 0,-4 4 0,0-1 0,0 0 0,-1 0 0,1-1 0,-1 0 0,0 0 0,-8 5 0,-1 0 0,0-1 0,-1 0 0,-1-2 0,1 0 0,-23 8 0,19-11 0,1 0 0,-1-1 0,-1-1 0,-32 1 0,-81-9 0,124 5 0,-1-1 0,0-1 0,1 0 0,0 0 0,-14-5 0,22 6 0,-1 0 0,1-1 0,-1 1 0,1-1 0,-1 1 0,1-1 0,0 0 0,0 1 0,0-1 0,0-1 0,0 1 0,0 0 0,0 0 0,1-1 0,-1 1 0,1-1 0,0 1 0,-1-1 0,1 1 0,0-1 0,1 0 0,-1 0 0,0-5 0,-1-4 0,1-1 0,1 1 0,0 0 0,1 0 0,0-1 0,1 1 0,4-16 0,-5 24 0,0 0 0,1 0 0,-1 0 0,1 0 0,0 1 0,0-1 0,1 1 0,-1-1 0,1 1 0,-1 0 0,1 0 0,0 0 0,0 0 0,1 0 0,-1 1 0,1-1 0,-1 1 0,1 0 0,-1 0 0,1 1 0,0-1 0,0 1 0,0-1 0,7 0 0,13-2 0,0 2 0,41 1 0,-53 1 0,-1 1 0,0 0 0,0 1 0,0 0 0,0 1 0,0 0 0,20 10 0,-27-11 0,-1 0 0,0 0 0,0 1 0,0 0 0,0 0 0,0-1 0,0 2 0,-1-1 0,1 0 0,-1 0 0,0 1 0,0-1 0,0 1 0,-1 0 0,1 0 0,-1-1 0,0 1 0,0 0 0,0 0 0,0 7 0,-1-9 0,0 1 0,0 0 0,0-1 0,0 1 0,0 0 0,-1-1 0,1 1 0,-1 0 0,0-1 0,0 1 0,0-1 0,0 1 0,0-1 0,-1 1 0,1-1 0,-1 0 0,1 0 0,-1 0 0,0 0 0,0 0 0,0 0 0,0 0 0,0 0 0,0-1 0,0 1 0,-1-1 0,1 0 0,-1 0 0,1 1 0,-1-2 0,-3 2 0,-10 1 0,-1-1 0,0 0 0,0-1 0,0-1 0,0-1 0,-20-3 0,34 3 0,0 1 0,0-1 0,0 0 0,0-1 0,1 1 0,-1 0 0,1-1 0,-1 1 0,1-1 0,-1 0 0,1 0 0,0 0 0,0 0 0,0-1 0,0 1 0,0 0 0,0-1 0,1 1 0,-1-1 0,1 0 0,0 1 0,0-1 0,0 0 0,0 0 0,0 0 0,0 0 0,1 0 0,0 0 0,-1 0 0,2-6 0,-2 5 0,1-1 0,0 0 0,0 0 0,1 0 0,-1 1 0,1-1 0,0 0 0,1 1 0,-1-1 0,1 0 0,0 1 0,0 0 0,0-1 0,0 1 0,1 0 0,0 0 0,0 0 0,0 1 0,4-4 0,-6 6-57,1-1 0,-1 1 1,1 0-1,0 0 0,-1 0 0,1 0 0,0 0 0,0 0 0,0 0 0,0 1 0,0-1 1,0 1-1,0 0 0,0-1 0,0 1 0,0 0 0,0 0 0,0 0 0,0 0 1,0 1-1,0-1 0,0 0 0,3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58.073"/>
    </inkml:context>
    <inkml:brush xml:id="br0">
      <inkml:brushProperty name="width" value="0.2" units="cm"/>
      <inkml:brushProperty name="height" value="0.2" units="cm"/>
      <inkml:brushProperty name="color" value="#FFFFFF"/>
    </inkml:brush>
  </inkml:definitions>
  <inkml:trace contextRef="#ctx0" brushRef="#br0">16 0 24575,'0'0'0,"0"0"0,0 0 0,0 0 0,0 0 0,-2 2 0,-2 7 0,-1 12 0,0 11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0:59.138"/>
    </inkml:context>
    <inkml:brush xml:id="br0">
      <inkml:brushProperty name="width" value="0.2" units="cm"/>
      <inkml:brushProperty name="height" value="0.2" units="cm"/>
      <inkml:brushProperty name="color" value="#FFFFFF"/>
    </inkml:brush>
  </inkml:definitions>
  <inkml:trace contextRef="#ctx0" brushRef="#br0">529 0 24575,'-7'19'0,"-74"109"0,26-44 0,-19 40 60,-76 176 0,112-210-555,5 2 0,-41 181 0,57-183-6331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1:19.416"/>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13 0,'6253'0'0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1:29.872"/>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1 0,'3191'65'0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1:37.882"/>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0 0,'6351'0'0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1:46.885"/>
    </inkml:context>
    <inkml:brush xml:id="br0">
      <inkml:brushProperty name="width" value="0.3" units="cm"/>
      <inkml:brushProperty name="height" value="0.6" units="cm"/>
      <inkml:brushProperty name="color" value="#99FFCC"/>
      <inkml:brushProperty name="tip" value="rectangle"/>
      <inkml:brushProperty name="rasterOp" value="maskPen"/>
      <inkml:brushProperty name="ignorePressure" value="1"/>
    </inkml:brush>
  </inkml:definitions>
  <inkml:trace contextRef="#ctx0" brushRef="#br0">0 0 0,'6839'65'0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3:56.150"/>
    </inkml:context>
    <inkml:brush xml:id="br0">
      <inkml:brushProperty name="width" value="0.3" units="cm"/>
      <inkml:brushProperty name="height" value="0.6" units="cm"/>
      <inkml:brushProperty name="color" value="#CCFFFF"/>
      <inkml:brushProperty name="tip" value="rectangle"/>
      <inkml:brushProperty name="rasterOp" value="maskPen"/>
      <inkml:brushProperty name="ignorePressure" value="1"/>
    </inkml:brush>
  </inkml:definitions>
  <inkml:trace contextRef="#ctx0" brushRef="#br0">1 0 0,'0'541'0,"4064"-541"0,-4064-541 0,-4064 541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4:12.415"/>
    </inkml:context>
    <inkml:brush xml:id="br0">
      <inkml:brushProperty name="width" value="0.3" units="cm"/>
      <inkml:brushProperty name="height" value="0.6" units="cm"/>
      <inkml:brushProperty name="color" value="#CCFFFF"/>
      <inkml:brushProperty name="tip" value="rectangle"/>
      <inkml:brushProperty name="rasterOp" value="maskPen"/>
      <inkml:brushProperty name="ignorePressure" value="1"/>
    </inkml:brush>
  </inkml:definitions>
  <inkml:trace contextRef="#ctx0" brushRef="#br0">1 1 0,'0'919'0,"4103"-919"0,-4103-919 0,-4103 919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20:34:18.277"/>
    </inkml:context>
    <inkml:brush xml:id="br0">
      <inkml:brushProperty name="width" value="0.3" units="cm"/>
      <inkml:brushProperty name="height" value="0.6" units="cm"/>
      <inkml:brushProperty name="color" value="#CCFFFF"/>
      <inkml:brushProperty name="tip" value="rectangle"/>
      <inkml:brushProperty name="rasterOp" value="maskPen"/>
      <inkml:brushProperty name="ignorePressure" value="1"/>
    </inkml:brush>
  </inkml:definitions>
  <inkml:trace contextRef="#ctx0" brushRef="#br0">218 265,'595'0,"-556"-2,63-12,4 1,130-22,-219 31,0-1,0-1,23-11,-26 11,1-1,0 2,0 0,28-5,29 4,123 7,-71 2,-8-5,128 5,-152 13,-62-10,42 4,-25-5,-1 3,47 12,-52-9,1-2,82 5,371-14,-211-2,-38 2,-303 13,-101 2,-255-8,267-8,-1115 0,1191-3,0-2,0-3,-132-36,-32-29,148 47,-147-28,147 37,28 8,0 2,-66-1,-122 11,83 1,46-2,120 0,0 0,-1 0,1 1,-1-1,1 1,-1 0,0 0,0 0,0 0,0 0,0 0,0 0,0 1,-1-1,1 1,1 4,6 13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20:34:29.455"/>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6:48.212"/>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 0,'1725'32'0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20:36:50.74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2,'105'-2,"117"5,-200 0,35 10,-37-8,-1 0,28 1,52-6,-75-1,0 0,0 2,1 0,-1 2,34 8,-37-4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6:55.00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 0,'1726'66'0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6:59.86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 0,'4690'98'0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05.722"/>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6 0,'4950'0'0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12.12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33 0,'4753'-32'0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16.051"/>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1 0,'1107'32'0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33.52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35 0,'6870'-35'0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39.243"/>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 0,'2605'0'0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7:45.062"/>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13 0,'4690'0'0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20:38:20.390"/>
    </inkml:context>
    <inkml:brush xml:id="br0">
      <inkml:brushProperty name="width" value="0.3" units="cm"/>
      <inkml:brushProperty name="height" value="0.6" units="cm"/>
      <inkml:brushProperty name="color" value="#CCFFCC"/>
      <inkml:brushProperty name="tip" value="rectangle"/>
      <inkml:brushProperty name="rasterOp" value="maskPen"/>
      <inkml:brushProperty name="ignorePressure" value="1"/>
    </inkml:brush>
  </inkml:definitions>
  <inkml:trace contextRef="#ctx0" brushRef="#br0">0 1 0,'4365'32'0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F52B4-F8B6-4D40-84C0-8B4BFDB0650B}"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F0F1AD-07C9-46FB-9E40-0C65FD54976C}" type="slidenum">
              <a:rPr lang="en-US" smtClean="0"/>
              <a:t>‹#›</a:t>
            </a:fld>
            <a:endParaRPr lang="en-US"/>
          </a:p>
        </p:txBody>
      </p:sp>
    </p:spTree>
    <p:extLst>
      <p:ext uri="{BB962C8B-B14F-4D97-AF65-F5344CB8AC3E}">
        <p14:creationId xmlns:p14="http://schemas.microsoft.com/office/powerpoint/2010/main" val="2699574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F0F1AD-07C9-46FB-9E40-0C65FD54976C}" type="slidenum">
              <a:rPr lang="en-US" smtClean="0"/>
              <a:t>7</a:t>
            </a:fld>
            <a:endParaRPr lang="en-US"/>
          </a:p>
        </p:txBody>
      </p:sp>
    </p:spTree>
    <p:extLst>
      <p:ext uri="{BB962C8B-B14F-4D97-AF65-F5344CB8AC3E}">
        <p14:creationId xmlns:p14="http://schemas.microsoft.com/office/powerpoint/2010/main" val="41916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2828360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377196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71581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3FF4D4-6967-41CE-93D5-80F4E41B8E63}"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3465906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3FF4D4-6967-41CE-93D5-80F4E41B8E63}"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375406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3FF4D4-6967-41CE-93D5-80F4E41B8E63}"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84067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FF4D4-6967-41CE-93D5-80F4E41B8E63}"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2952115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3FF4D4-6967-41CE-93D5-80F4E41B8E63}"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2529461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3FF4D4-6967-41CE-93D5-80F4E41B8E63}"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3474658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1344370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08628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1066307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64622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4075351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1980620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F4D4-6967-41CE-93D5-80F4E41B8E63}"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01C5E5-ADB8-481F-94EC-37CB3BF97E7C}" type="slidenum">
              <a:rPr lang="en-US" smtClean="0"/>
              <a:t>‹#›</a:t>
            </a:fld>
            <a:endParaRPr lang="en-US"/>
          </a:p>
        </p:txBody>
      </p:sp>
    </p:spTree>
    <p:extLst>
      <p:ext uri="{BB962C8B-B14F-4D97-AF65-F5344CB8AC3E}">
        <p14:creationId xmlns:p14="http://schemas.microsoft.com/office/powerpoint/2010/main" val="3153393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13FF4D4-6967-41CE-93D5-80F4E41B8E63}" type="datetimeFigureOut">
              <a:rPr lang="en-US" smtClean="0"/>
              <a:t>11/15/2025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01C5E5-ADB8-481F-94EC-37CB3BF97E7C}" type="slidenum">
              <a:rPr lang="en-US" smtClean="0"/>
              <a:t>‹#›</a:t>
            </a:fld>
            <a:endParaRPr lang="en-US"/>
          </a:p>
        </p:txBody>
      </p:sp>
    </p:spTree>
    <p:extLst>
      <p:ext uri="{BB962C8B-B14F-4D97-AF65-F5344CB8AC3E}">
        <p14:creationId xmlns:p14="http://schemas.microsoft.com/office/powerpoint/2010/main" val="279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vecteezy.com/photo/26481721-a-serene-4k-wallpaper-capturing-the-beauty-of-a-secluded-beach-at-sunrise-generated-ai" TargetMode="External"/><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hyperlink" Target="https://wallpaperaccess.com/beautiful-mountain-desktop"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6" Type="http://schemas.openxmlformats.org/officeDocument/2006/relationships/image" Target="../media/image16.png"/><Relationship Id="rId21" Type="http://schemas.openxmlformats.org/officeDocument/2006/relationships/customXml" Target="../ink/ink10.xml"/><Relationship Id="rId42" Type="http://schemas.openxmlformats.org/officeDocument/2006/relationships/image" Target="../media/image24.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7.png"/><Relationship Id="rId7" Type="http://schemas.openxmlformats.org/officeDocument/2006/relationships/customXml" Target="../ink/ink3.xml"/><Relationship Id="rId71" Type="http://schemas.openxmlformats.org/officeDocument/2006/relationships/customXml" Target="../ink/ink35.xml"/><Relationship Id="rId2" Type="http://schemas.openxmlformats.org/officeDocument/2006/relationships/customXml" Target="../ink/ink1.xml"/><Relationship Id="rId16" Type="http://schemas.openxmlformats.org/officeDocument/2006/relationships/image" Target="../media/image11.png"/><Relationship Id="rId29" Type="http://schemas.openxmlformats.org/officeDocument/2006/relationships/customXml" Target="../ink/ink14.xml"/><Relationship Id="rId11" Type="http://schemas.openxmlformats.org/officeDocument/2006/relationships/customXml" Target="../ink/ink5.xml"/><Relationship Id="rId24" Type="http://schemas.openxmlformats.org/officeDocument/2006/relationships/image" Target="../media/image15.png"/><Relationship Id="rId32" Type="http://schemas.openxmlformats.org/officeDocument/2006/relationships/image" Target="../media/image19.png"/><Relationship Id="rId37" Type="http://schemas.openxmlformats.org/officeDocument/2006/relationships/customXml" Target="../ink/ink18.xml"/><Relationship Id="rId40" Type="http://schemas.openxmlformats.org/officeDocument/2006/relationships/image" Target="../media/image23.png"/><Relationship Id="rId45" Type="http://schemas.openxmlformats.org/officeDocument/2006/relationships/customXml" Target="../ink/ink22.xml"/><Relationship Id="rId53" Type="http://schemas.openxmlformats.org/officeDocument/2006/relationships/customXml" Target="../ink/ink26.xml"/><Relationship Id="rId58" Type="http://schemas.openxmlformats.org/officeDocument/2006/relationships/image" Target="../media/image32.png"/><Relationship Id="rId66" Type="http://schemas.openxmlformats.org/officeDocument/2006/relationships/image" Target="../media/image36.png"/><Relationship Id="rId5" Type="http://schemas.openxmlformats.org/officeDocument/2006/relationships/image" Target="../media/image5.png"/><Relationship Id="rId61" Type="http://schemas.openxmlformats.org/officeDocument/2006/relationships/customXml" Target="../ink/ink30.xml"/><Relationship Id="rId19" Type="http://schemas.openxmlformats.org/officeDocument/2006/relationships/customXml" Target="../ink/ink9.xml"/><Relationship Id="rId14" Type="http://schemas.openxmlformats.org/officeDocument/2006/relationships/image" Target="../media/image10.png"/><Relationship Id="rId22" Type="http://schemas.openxmlformats.org/officeDocument/2006/relationships/image" Target="../media/image14.png"/><Relationship Id="rId27" Type="http://schemas.openxmlformats.org/officeDocument/2006/relationships/customXml" Target="../ink/ink13.xml"/><Relationship Id="rId30" Type="http://schemas.openxmlformats.org/officeDocument/2006/relationships/image" Target="../media/image18.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27.png"/><Relationship Id="rId56" Type="http://schemas.openxmlformats.org/officeDocument/2006/relationships/image" Target="../media/image31.png"/><Relationship Id="rId64" Type="http://schemas.openxmlformats.org/officeDocument/2006/relationships/image" Target="../media/image35.png"/><Relationship Id="rId69" Type="http://schemas.openxmlformats.org/officeDocument/2006/relationships/customXml" Target="../ink/ink34.xml"/><Relationship Id="rId8" Type="http://schemas.openxmlformats.org/officeDocument/2006/relationships/image" Target="../media/image7.png"/><Relationship Id="rId51" Type="http://schemas.openxmlformats.org/officeDocument/2006/relationships/customXml" Target="../ink/ink25.xml"/><Relationship Id="rId72" Type="http://schemas.openxmlformats.org/officeDocument/2006/relationships/image" Target="../media/image39.png"/><Relationship Id="rId3"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2.png"/><Relationship Id="rId46" Type="http://schemas.openxmlformats.org/officeDocument/2006/relationships/image" Target="../media/image26.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3.png"/><Relationship Id="rId41" Type="http://schemas.openxmlformats.org/officeDocument/2006/relationships/customXml" Target="../ink/ink20.xml"/><Relationship Id="rId54" Type="http://schemas.openxmlformats.org/officeDocument/2006/relationships/image" Target="../media/image30.png"/><Relationship Id="rId62" Type="http://schemas.openxmlformats.org/officeDocument/2006/relationships/image" Target="../media/image34.png"/><Relationship Id="rId7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6.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7.png"/><Relationship Id="rId36" Type="http://schemas.openxmlformats.org/officeDocument/2006/relationships/image" Target="../media/image21.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8.png"/><Relationship Id="rId31" Type="http://schemas.openxmlformats.org/officeDocument/2006/relationships/customXml" Target="../ink/ink15.xml"/><Relationship Id="rId44" Type="http://schemas.openxmlformats.org/officeDocument/2006/relationships/image" Target="../media/image25.png"/><Relationship Id="rId52" Type="http://schemas.openxmlformats.org/officeDocument/2006/relationships/image" Target="../media/image29.png"/><Relationship Id="rId60" Type="http://schemas.openxmlformats.org/officeDocument/2006/relationships/image" Target="../media/image33.png"/><Relationship Id="rId65" Type="http://schemas.openxmlformats.org/officeDocument/2006/relationships/customXml" Target="../ink/ink32.xml"/><Relationship Id="rId4" Type="http://schemas.openxmlformats.org/officeDocument/2006/relationships/customXml" Target="../ink/ink2.xml"/><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12.png"/><Relationship Id="rId39" Type="http://schemas.openxmlformats.org/officeDocument/2006/relationships/customXml" Target="../ink/ink19.xml"/><Relationship Id="rId34" Type="http://schemas.openxmlformats.org/officeDocument/2006/relationships/image" Target="../media/image20.png"/><Relationship Id="rId50" Type="http://schemas.openxmlformats.org/officeDocument/2006/relationships/image" Target="../media/image28.png"/><Relationship Id="rId55" Type="http://schemas.openxmlformats.org/officeDocument/2006/relationships/customXml" Target="../ink/ink27.xml"/></Relationships>
</file>

<file path=ppt/slides/_rels/slide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jahnavipaliwal/mountains-vs-beaches-prefere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beach with palm trees and a body of water&#10;&#10;AI-generated content may be incorrect.">
            <a:extLst>
              <a:ext uri="{FF2B5EF4-FFF2-40B4-BE49-F238E27FC236}">
                <a16:creationId xmlns:a16="http://schemas.microsoft.com/office/drawing/2014/main" id="{3CC483DF-3AEE-CE38-B42E-02082D1EC86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40673" b="-2"/>
          <a:stretch>
            <a:fillRect/>
          </a:stretch>
        </p:blipFill>
        <p:spPr>
          <a:xfrm>
            <a:off x="4384227" y="1"/>
            <a:ext cx="4831627" cy="4520011"/>
          </a:xfrm>
          <a:custGeom>
            <a:avLst/>
            <a:gdLst/>
            <a:ahLst/>
            <a:cxnLst/>
            <a:rect l="l" t="t" r="r" b="b"/>
            <a:pathLst>
              <a:path w="4831627" h="4520011">
                <a:moveTo>
                  <a:pt x="0" y="0"/>
                </a:moveTo>
                <a:lnTo>
                  <a:pt x="4831627" y="0"/>
                </a:lnTo>
                <a:lnTo>
                  <a:pt x="1416677" y="4520011"/>
                </a:lnTo>
                <a:close/>
              </a:path>
            </a:pathLst>
          </a:custGeom>
        </p:spPr>
      </p:pic>
      <p:pic>
        <p:nvPicPr>
          <p:cNvPr id="1026" name="Picture 2">
            <a:extLst>
              <a:ext uri="{FF2B5EF4-FFF2-40B4-BE49-F238E27FC236}">
                <a16:creationId xmlns:a16="http://schemas.microsoft.com/office/drawing/2014/main" id="{6174D9D4-CF61-5F25-21D3-CE039E7FAA1A}"/>
              </a:ext>
            </a:extLst>
          </p:cNvPr>
          <p:cNvPicPr>
            <a:picLocks noChangeAspect="1" noChangeArrowheads="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8737" r="24503"/>
          <a:stretch>
            <a:fillRect/>
          </a:stretch>
        </p:blipFill>
        <p:spPr bwMode="auto">
          <a:xfrm>
            <a:off x="4041994" y="10"/>
            <a:ext cx="8139373" cy="6857990"/>
          </a:xfrm>
          <a:custGeom>
            <a:avLst/>
            <a:gdLst/>
            <a:ahLst/>
            <a:cxnLst/>
            <a:rect l="l" t="t" r="r" b="b"/>
            <a:pathLst>
              <a:path w="8139373" h="6858000">
                <a:moveTo>
                  <a:pt x="5181344" y="0"/>
                </a:moveTo>
                <a:lnTo>
                  <a:pt x="8139373" y="0"/>
                </a:lnTo>
                <a:lnTo>
                  <a:pt x="8139373"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913CE22-A669-DE83-5EAA-9B4B915A9BCB}"/>
              </a:ext>
            </a:extLst>
          </p:cNvPr>
          <p:cNvSpPr>
            <a:spLocks noGrp="1"/>
          </p:cNvSpPr>
          <p:nvPr>
            <p:ph type="ctrTitle"/>
          </p:nvPr>
        </p:nvSpPr>
        <p:spPr>
          <a:xfrm>
            <a:off x="677335" y="2404534"/>
            <a:ext cx="4015442" cy="1646302"/>
          </a:xfrm>
        </p:spPr>
        <p:txBody>
          <a:bodyPr>
            <a:normAutofit/>
          </a:bodyPr>
          <a:lstStyle/>
          <a:p>
            <a:pPr>
              <a:lnSpc>
                <a:spcPct val="90000"/>
              </a:lnSpc>
            </a:pPr>
            <a:r>
              <a:rPr lang="en-US" sz="3700"/>
              <a:t>Beach vs. Mountains Preference</a:t>
            </a:r>
          </a:p>
        </p:txBody>
      </p:sp>
      <p:sp>
        <p:nvSpPr>
          <p:cNvPr id="3" name="Subtitle 2">
            <a:extLst>
              <a:ext uri="{FF2B5EF4-FFF2-40B4-BE49-F238E27FC236}">
                <a16:creationId xmlns:a16="http://schemas.microsoft.com/office/drawing/2014/main" id="{1009062C-554E-19EC-B94B-8F97C3F4E295}"/>
              </a:ext>
            </a:extLst>
          </p:cNvPr>
          <p:cNvSpPr>
            <a:spLocks noGrp="1"/>
          </p:cNvSpPr>
          <p:nvPr>
            <p:ph type="subTitle" idx="1"/>
          </p:nvPr>
        </p:nvSpPr>
        <p:spPr>
          <a:xfrm>
            <a:off x="677335" y="4050833"/>
            <a:ext cx="4015442" cy="1096899"/>
          </a:xfrm>
        </p:spPr>
        <p:txBody>
          <a:bodyPr>
            <a:normAutofit/>
          </a:bodyPr>
          <a:lstStyle/>
          <a:p>
            <a:r>
              <a:rPr lang="en-US" sz="1600"/>
              <a:t>Presented by Kimberly Carlini</a:t>
            </a:r>
          </a:p>
        </p:txBody>
      </p:sp>
      <p:cxnSp>
        <p:nvCxnSpPr>
          <p:cNvPr id="1112" name="Straight Connector 1111">
            <a:extLst>
              <a:ext uri="{FF2B5EF4-FFF2-40B4-BE49-F238E27FC236}">
                <a16:creationId xmlns:a16="http://schemas.microsoft.com/office/drawing/2014/main" id="{9BE42A0F-3C3F-4500-BF5A-4FD28C1AA7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11130" y="-1"/>
            <a:ext cx="3403114" cy="45043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F8862440-EF12-4BF0-9309-5653F38747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14" name="Straight Connector 1113">
            <a:extLst>
              <a:ext uri="{FF2B5EF4-FFF2-40B4-BE49-F238E27FC236}">
                <a16:creationId xmlns:a16="http://schemas.microsoft.com/office/drawing/2014/main" id="{C082FBDA-B6BB-447F-88F9-E5927CC713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15" name="Rectangle 25">
            <a:extLst>
              <a:ext uri="{FF2B5EF4-FFF2-40B4-BE49-F238E27FC236}">
                <a16:creationId xmlns:a16="http://schemas.microsoft.com/office/drawing/2014/main" id="{4D6B3FC3-266A-4796-85DE-016CA2ED6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16" name="Isosceles Triangle 24">
            <a:extLst>
              <a:ext uri="{FF2B5EF4-FFF2-40B4-BE49-F238E27FC236}">
                <a16:creationId xmlns:a16="http://schemas.microsoft.com/office/drawing/2014/main" id="{1166F14E-D6C0-40B2-97E6-0854392CD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17" name="Rectangle 27">
            <a:extLst>
              <a:ext uri="{FF2B5EF4-FFF2-40B4-BE49-F238E27FC236}">
                <a16:creationId xmlns:a16="http://schemas.microsoft.com/office/drawing/2014/main" id="{14C19743-4CEE-4CA9-9E59-5833323AA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18" name="Rectangle 28">
            <a:extLst>
              <a:ext uri="{FF2B5EF4-FFF2-40B4-BE49-F238E27FC236}">
                <a16:creationId xmlns:a16="http://schemas.microsoft.com/office/drawing/2014/main" id="{3E09C179-0496-421E-A458-FACB93893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19" name="Rectangle 29">
            <a:extLst>
              <a:ext uri="{FF2B5EF4-FFF2-40B4-BE49-F238E27FC236}">
                <a16:creationId xmlns:a16="http://schemas.microsoft.com/office/drawing/2014/main" id="{E407748B-B8A8-447D-84A0-C56A1E86A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20" name="Isosceles Triangle 29">
            <a:extLst>
              <a:ext uri="{FF2B5EF4-FFF2-40B4-BE49-F238E27FC236}">
                <a16:creationId xmlns:a16="http://schemas.microsoft.com/office/drawing/2014/main" id="{88C20F14-80FE-465B-B829-1BA44065C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294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E4778-224A-0A17-BAD4-B829AFA713BC}"/>
              </a:ext>
            </a:extLst>
          </p:cNvPr>
          <p:cNvSpPr>
            <a:spLocks noGrp="1"/>
          </p:cNvSpPr>
          <p:nvPr>
            <p:ph type="title"/>
          </p:nvPr>
        </p:nvSpPr>
        <p:spPr>
          <a:xfrm>
            <a:off x="5536734" y="609600"/>
            <a:ext cx="3737268" cy="1320800"/>
          </a:xfrm>
        </p:spPr>
        <p:txBody>
          <a:bodyPr>
            <a:normAutofit/>
          </a:bodyPr>
          <a:lstStyle/>
          <a:p>
            <a:r>
              <a:rPr lang="en-US" dirty="0"/>
              <a:t>Data</a:t>
            </a:r>
          </a:p>
        </p:txBody>
      </p:sp>
      <p:sp>
        <p:nvSpPr>
          <p:cNvPr id="3" name="Content Placeholder 2">
            <a:extLst>
              <a:ext uri="{FF2B5EF4-FFF2-40B4-BE49-F238E27FC236}">
                <a16:creationId xmlns:a16="http://schemas.microsoft.com/office/drawing/2014/main" id="{71B83ED8-1C49-9AFF-D710-7F93EEBE1A02}"/>
              </a:ext>
            </a:extLst>
          </p:cNvPr>
          <p:cNvSpPr>
            <a:spLocks noGrp="1"/>
          </p:cNvSpPr>
          <p:nvPr>
            <p:ph idx="1"/>
          </p:nvPr>
        </p:nvSpPr>
        <p:spPr>
          <a:xfrm>
            <a:off x="5209563" y="2160589"/>
            <a:ext cx="4064439" cy="3880773"/>
          </a:xfrm>
        </p:spPr>
        <p:txBody>
          <a:bodyPr>
            <a:normAutofit/>
          </a:bodyPr>
          <a:lstStyle/>
          <a:p>
            <a:r>
              <a:rPr lang="en-US" sz="2000" dirty="0"/>
              <a:t>The data set is synthetic. The author chose not to include any NA or missing values.</a:t>
            </a:r>
          </a:p>
          <a:p>
            <a:r>
              <a:rPr lang="en-US" sz="2000" dirty="0"/>
              <a:t>Dimensions: 52444 by 14</a:t>
            </a:r>
          </a:p>
          <a:p>
            <a:r>
              <a:rPr lang="en-US" sz="2000" dirty="0"/>
              <a:t>The main variable of interest is the “Preference” which tells us whether a person prefers the Beach or the mountains.</a:t>
            </a:r>
          </a:p>
          <a:p>
            <a:endParaRPr lang="en-US" dirty="0"/>
          </a:p>
          <a:p>
            <a:endParaRPr lang="en-US" dirty="0"/>
          </a:p>
        </p:txBody>
      </p:sp>
      <p:pic>
        <p:nvPicPr>
          <p:cNvPr id="2050" name="Picture 2" descr="Data Mountain Images – Browse 96,883 Stock Photos, Vectors, and Video |  Adobe Stock">
            <a:extLst>
              <a:ext uri="{FF2B5EF4-FFF2-40B4-BE49-F238E27FC236}">
                <a16:creationId xmlns:a16="http://schemas.microsoft.com/office/drawing/2014/main" id="{BA3B261F-668B-236A-94A2-ECDDE7265F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536" r="27411"/>
          <a:stretch>
            <a:fillRect/>
          </a:stretch>
        </p:blipFill>
        <p:spPr bwMode="auto">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2055" name="Isosceles Triangle 2054">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7289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889A5-27E0-3BD6-DB2E-71195549E444}"/>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FCDB415D-FFFD-09F6-9E86-1D4F3ECF6F87}"/>
              </a:ext>
            </a:extLst>
          </p:cNvPr>
          <p:cNvSpPr/>
          <p:nvPr/>
        </p:nvSpPr>
        <p:spPr>
          <a:xfrm>
            <a:off x="385932" y="854110"/>
            <a:ext cx="11048372" cy="5328475"/>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2" name="Title 1">
            <a:extLst>
              <a:ext uri="{FF2B5EF4-FFF2-40B4-BE49-F238E27FC236}">
                <a16:creationId xmlns:a16="http://schemas.microsoft.com/office/drawing/2014/main" id="{BB9886D0-9022-F4BE-BDDA-06AC87224D6F}"/>
              </a:ext>
            </a:extLst>
          </p:cNvPr>
          <p:cNvSpPr>
            <a:spLocks noGrp="1"/>
          </p:cNvSpPr>
          <p:nvPr>
            <p:ph type="title"/>
          </p:nvPr>
        </p:nvSpPr>
        <p:spPr>
          <a:xfrm>
            <a:off x="385932" y="167473"/>
            <a:ext cx="8596668" cy="1320800"/>
          </a:xfrm>
        </p:spPr>
        <p:txBody>
          <a:bodyPr/>
          <a:lstStyle/>
          <a:p>
            <a:r>
              <a:rPr lang="en-US" dirty="0"/>
              <a:t>Summary Statistics</a:t>
            </a:r>
          </a:p>
        </p:txBody>
      </p:sp>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EE767086-631D-4494-476E-543176B597A8}"/>
                  </a:ext>
                </a:extLst>
              </p14:cNvPr>
              <p14:cNvContentPartPr/>
              <p14:nvPr/>
            </p14:nvContentPartPr>
            <p14:xfrm>
              <a:off x="-1457165" y="4812785"/>
              <a:ext cx="1478160" cy="720"/>
            </p14:xfrm>
          </p:contentPart>
        </mc:Choice>
        <mc:Fallback>
          <p:pic>
            <p:nvPicPr>
              <p:cNvPr id="10" name="Ink 9">
                <a:extLst>
                  <a:ext uri="{FF2B5EF4-FFF2-40B4-BE49-F238E27FC236}">
                    <a16:creationId xmlns:a16="http://schemas.microsoft.com/office/drawing/2014/main" id="{EE767086-631D-4494-476E-543176B597A8}"/>
                  </a:ext>
                </a:extLst>
              </p:cNvPr>
              <p:cNvPicPr/>
              <p:nvPr/>
            </p:nvPicPr>
            <p:blipFill>
              <a:blip r:embed="rId3"/>
              <a:stretch>
                <a:fillRect/>
              </a:stretch>
            </p:blipFill>
            <p:spPr>
              <a:xfrm>
                <a:off x="-1511165" y="4596785"/>
                <a:ext cx="158580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661D8752-D4E0-01EB-31F3-ACF71BDE8CD0}"/>
                  </a:ext>
                </a:extLst>
              </p14:cNvPr>
              <p14:cNvContentPartPr/>
              <p14:nvPr/>
            </p14:nvContentPartPr>
            <p14:xfrm>
              <a:off x="-904205" y="4732505"/>
              <a:ext cx="360" cy="360"/>
            </p14:xfrm>
          </p:contentPart>
        </mc:Choice>
        <mc:Fallback>
          <p:pic>
            <p:nvPicPr>
              <p:cNvPr id="15" name="Ink 14">
                <a:extLst>
                  <a:ext uri="{FF2B5EF4-FFF2-40B4-BE49-F238E27FC236}">
                    <a16:creationId xmlns:a16="http://schemas.microsoft.com/office/drawing/2014/main" id="{661D8752-D4E0-01EB-31F3-ACF71BDE8CD0}"/>
                  </a:ext>
                </a:extLst>
              </p:cNvPr>
              <p:cNvPicPr/>
              <p:nvPr/>
            </p:nvPicPr>
            <p:blipFill>
              <a:blip r:embed="rId5"/>
              <a:stretch>
                <a:fillRect/>
              </a:stretch>
            </p:blipFill>
            <p:spPr>
              <a:xfrm>
                <a:off x="-958205" y="4624865"/>
                <a:ext cx="108000" cy="216000"/>
              </a:xfrm>
              <a:prstGeom prst="rect">
                <a:avLst/>
              </a:prstGeom>
            </p:spPr>
          </p:pic>
        </mc:Fallback>
      </mc:AlternateContent>
      <p:pic>
        <p:nvPicPr>
          <p:cNvPr id="22" name="Picture 21">
            <a:extLst>
              <a:ext uri="{FF2B5EF4-FFF2-40B4-BE49-F238E27FC236}">
                <a16:creationId xmlns:a16="http://schemas.microsoft.com/office/drawing/2014/main" id="{4D05EB55-2C48-1C72-2692-98ED3AC251BF}"/>
              </a:ext>
            </a:extLst>
          </p:cNvPr>
          <p:cNvPicPr>
            <a:picLocks noChangeAspect="1"/>
          </p:cNvPicPr>
          <p:nvPr/>
        </p:nvPicPr>
        <p:blipFill>
          <a:blip r:embed="rId6"/>
          <a:srcRect r="43379"/>
          <a:stretch>
            <a:fillRect/>
          </a:stretch>
        </p:blipFill>
        <p:spPr>
          <a:xfrm>
            <a:off x="385932" y="948454"/>
            <a:ext cx="11049092" cy="3248521"/>
          </a:xfrm>
          <a:prstGeom prst="rect">
            <a:avLst/>
          </a:prstGeom>
        </p:spPr>
      </p:pic>
      <p:pic>
        <p:nvPicPr>
          <p:cNvPr id="24" name="Picture 23">
            <a:extLst>
              <a:ext uri="{FF2B5EF4-FFF2-40B4-BE49-F238E27FC236}">
                <a16:creationId xmlns:a16="http://schemas.microsoft.com/office/drawing/2014/main" id="{B83543B5-4499-74B2-4FA0-1EF649847C69}"/>
              </a:ext>
            </a:extLst>
          </p:cNvPr>
          <p:cNvPicPr>
            <a:picLocks noChangeAspect="1"/>
          </p:cNvPicPr>
          <p:nvPr/>
        </p:nvPicPr>
        <p:blipFill>
          <a:blip r:embed="rId6"/>
          <a:srcRect l="52104" r="693" b="48914"/>
          <a:stretch>
            <a:fillRect/>
          </a:stretch>
        </p:blipFill>
        <p:spPr>
          <a:xfrm>
            <a:off x="385932" y="4285059"/>
            <a:ext cx="9330104" cy="1680944"/>
          </a:xfrm>
          <a:prstGeom prst="rect">
            <a:avLst/>
          </a:prstGeom>
        </p:spPr>
      </p:pic>
      <mc:AlternateContent xmlns:mc="http://schemas.openxmlformats.org/markup-compatibility/2006">
        <mc:Choice xmlns:p14="http://schemas.microsoft.com/office/powerpoint/2010/main" Requires="p14">
          <p:contentPart p14:bwMode="auto" r:id="rId7">
            <p14:nvContentPartPr>
              <p14:cNvPr id="43" name="Ink 42">
                <a:extLst>
                  <a:ext uri="{FF2B5EF4-FFF2-40B4-BE49-F238E27FC236}">
                    <a16:creationId xmlns:a16="http://schemas.microsoft.com/office/drawing/2014/main" id="{E30630E9-E039-3BA2-88BE-E41491AA85AA}"/>
                  </a:ext>
                </a:extLst>
              </p14:cNvPr>
              <p14:cNvContentPartPr/>
              <p14:nvPr/>
            </p14:nvContentPartPr>
            <p14:xfrm>
              <a:off x="11358120" y="1729948"/>
              <a:ext cx="9000" cy="90360"/>
            </p14:xfrm>
          </p:contentPart>
        </mc:Choice>
        <mc:Fallback>
          <p:pic>
            <p:nvPicPr>
              <p:cNvPr id="43" name="Ink 42">
                <a:extLst>
                  <a:ext uri="{FF2B5EF4-FFF2-40B4-BE49-F238E27FC236}">
                    <a16:creationId xmlns:a16="http://schemas.microsoft.com/office/drawing/2014/main" id="{E30630E9-E039-3BA2-88BE-E41491AA85AA}"/>
                  </a:ext>
                </a:extLst>
              </p:cNvPr>
              <p:cNvPicPr/>
              <p:nvPr/>
            </p:nvPicPr>
            <p:blipFill>
              <a:blip r:embed="rId8"/>
              <a:stretch>
                <a:fillRect/>
              </a:stretch>
            </p:blipFill>
            <p:spPr>
              <a:xfrm>
                <a:off x="11322120" y="1693948"/>
                <a:ext cx="806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5" name="Ink 44">
                <a:extLst>
                  <a:ext uri="{FF2B5EF4-FFF2-40B4-BE49-F238E27FC236}">
                    <a16:creationId xmlns:a16="http://schemas.microsoft.com/office/drawing/2014/main" id="{F1D43A91-79FF-E07D-9BE2-D297ECF76EAB}"/>
                  </a:ext>
                </a:extLst>
              </p14:cNvPr>
              <p14:cNvContentPartPr/>
              <p14:nvPr/>
            </p14:nvContentPartPr>
            <p14:xfrm>
              <a:off x="11103060" y="1006440"/>
              <a:ext cx="290160" cy="96840"/>
            </p14:xfrm>
          </p:contentPart>
        </mc:Choice>
        <mc:Fallback>
          <p:pic>
            <p:nvPicPr>
              <p:cNvPr id="45" name="Ink 44">
                <a:extLst>
                  <a:ext uri="{FF2B5EF4-FFF2-40B4-BE49-F238E27FC236}">
                    <a16:creationId xmlns:a16="http://schemas.microsoft.com/office/drawing/2014/main" id="{F1D43A91-79FF-E07D-9BE2-D297ECF76EAB}"/>
                  </a:ext>
                </a:extLst>
              </p:cNvPr>
              <p:cNvPicPr/>
              <p:nvPr/>
            </p:nvPicPr>
            <p:blipFill>
              <a:blip r:embed="rId10"/>
              <a:stretch>
                <a:fillRect/>
              </a:stretch>
            </p:blipFill>
            <p:spPr>
              <a:xfrm>
                <a:off x="11067060" y="970440"/>
                <a:ext cx="3618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7" name="Ink 56">
                <a:extLst>
                  <a:ext uri="{FF2B5EF4-FFF2-40B4-BE49-F238E27FC236}">
                    <a16:creationId xmlns:a16="http://schemas.microsoft.com/office/drawing/2014/main" id="{D4F13EE5-CE64-7FD9-B94A-617BBB648DAE}"/>
                  </a:ext>
                </a:extLst>
              </p14:cNvPr>
              <p14:cNvContentPartPr/>
              <p14:nvPr/>
            </p14:nvContentPartPr>
            <p14:xfrm>
              <a:off x="10867980" y="1168440"/>
              <a:ext cx="511200" cy="937440"/>
            </p14:xfrm>
          </p:contentPart>
        </mc:Choice>
        <mc:Fallback>
          <p:pic>
            <p:nvPicPr>
              <p:cNvPr id="57" name="Ink 56">
                <a:extLst>
                  <a:ext uri="{FF2B5EF4-FFF2-40B4-BE49-F238E27FC236}">
                    <a16:creationId xmlns:a16="http://schemas.microsoft.com/office/drawing/2014/main" id="{D4F13EE5-CE64-7FD9-B94A-617BBB648DAE}"/>
                  </a:ext>
                </a:extLst>
              </p:cNvPr>
              <p:cNvPicPr/>
              <p:nvPr/>
            </p:nvPicPr>
            <p:blipFill>
              <a:blip r:embed="rId12"/>
              <a:stretch>
                <a:fillRect/>
              </a:stretch>
            </p:blipFill>
            <p:spPr>
              <a:xfrm>
                <a:off x="10832340" y="1132440"/>
                <a:ext cx="582840" cy="1009080"/>
              </a:xfrm>
              <a:prstGeom prst="rect">
                <a:avLst/>
              </a:prstGeom>
            </p:spPr>
          </p:pic>
        </mc:Fallback>
      </mc:AlternateContent>
      <p:grpSp>
        <p:nvGrpSpPr>
          <p:cNvPr id="63" name="Group 62">
            <a:extLst>
              <a:ext uri="{FF2B5EF4-FFF2-40B4-BE49-F238E27FC236}">
                <a16:creationId xmlns:a16="http://schemas.microsoft.com/office/drawing/2014/main" id="{191EF335-2BF5-C0C8-7F3E-733CD7AAB1D8}"/>
              </a:ext>
            </a:extLst>
          </p:cNvPr>
          <p:cNvGrpSpPr/>
          <p:nvPr/>
        </p:nvGrpSpPr>
        <p:grpSpPr>
          <a:xfrm>
            <a:off x="10529580" y="989508"/>
            <a:ext cx="801360" cy="993612"/>
            <a:chOff x="10529580" y="989508"/>
            <a:chExt cx="801360" cy="993612"/>
          </a:xfrm>
        </p:grpSpPr>
        <mc:AlternateContent xmlns:mc="http://schemas.openxmlformats.org/markup-compatibility/2006">
          <mc:Choice xmlns:p14="http://schemas.microsoft.com/office/powerpoint/2010/main" Requires="p14">
            <p:contentPart p14:bwMode="auto" r:id="rId13">
              <p14:nvContentPartPr>
                <p14:cNvPr id="48" name="Ink 47">
                  <a:extLst>
                    <a:ext uri="{FF2B5EF4-FFF2-40B4-BE49-F238E27FC236}">
                      <a16:creationId xmlns:a16="http://schemas.microsoft.com/office/drawing/2014/main" id="{E26CC851-908C-5555-552A-EB0DDA3D8783}"/>
                    </a:ext>
                  </a:extLst>
                </p14:cNvPr>
                <p14:cNvContentPartPr/>
                <p14:nvPr/>
              </p14:nvContentPartPr>
              <p14:xfrm>
                <a:off x="11236980" y="1148640"/>
                <a:ext cx="93960" cy="555840"/>
              </p14:xfrm>
            </p:contentPart>
          </mc:Choice>
          <mc:Fallback>
            <p:pic>
              <p:nvPicPr>
                <p:cNvPr id="48" name="Ink 47">
                  <a:extLst>
                    <a:ext uri="{FF2B5EF4-FFF2-40B4-BE49-F238E27FC236}">
                      <a16:creationId xmlns:a16="http://schemas.microsoft.com/office/drawing/2014/main" id="{E26CC851-908C-5555-552A-EB0DDA3D8783}"/>
                    </a:ext>
                  </a:extLst>
                </p:cNvPr>
                <p:cNvPicPr/>
                <p:nvPr/>
              </p:nvPicPr>
              <p:blipFill>
                <a:blip r:embed="rId14"/>
                <a:stretch>
                  <a:fillRect/>
                </a:stretch>
              </p:blipFill>
              <p:spPr>
                <a:xfrm>
                  <a:off x="11200980" y="1112640"/>
                  <a:ext cx="165600" cy="627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9" name="Ink 48">
                  <a:extLst>
                    <a:ext uri="{FF2B5EF4-FFF2-40B4-BE49-F238E27FC236}">
                      <a16:creationId xmlns:a16="http://schemas.microsoft.com/office/drawing/2014/main" id="{DEF39D4A-ADC5-6C4B-79B2-814E5D034EF0}"/>
                    </a:ext>
                  </a:extLst>
                </p14:cNvPr>
                <p14:cNvContentPartPr/>
                <p14:nvPr/>
              </p14:nvContentPartPr>
              <p14:xfrm>
                <a:off x="11318340" y="1164480"/>
                <a:ext cx="12240" cy="494280"/>
              </p14:xfrm>
            </p:contentPart>
          </mc:Choice>
          <mc:Fallback>
            <p:pic>
              <p:nvPicPr>
                <p:cNvPr id="49" name="Ink 48">
                  <a:extLst>
                    <a:ext uri="{FF2B5EF4-FFF2-40B4-BE49-F238E27FC236}">
                      <a16:creationId xmlns:a16="http://schemas.microsoft.com/office/drawing/2014/main" id="{DEF39D4A-ADC5-6C4B-79B2-814E5D034EF0}"/>
                    </a:ext>
                  </a:extLst>
                </p:cNvPr>
                <p:cNvPicPr/>
                <p:nvPr/>
              </p:nvPicPr>
              <p:blipFill>
                <a:blip r:embed="rId16"/>
                <a:stretch>
                  <a:fillRect/>
                </a:stretch>
              </p:blipFill>
              <p:spPr>
                <a:xfrm>
                  <a:off x="11282340" y="1128480"/>
                  <a:ext cx="83880" cy="565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0" name="Ink 49">
                  <a:extLst>
                    <a:ext uri="{FF2B5EF4-FFF2-40B4-BE49-F238E27FC236}">
                      <a16:creationId xmlns:a16="http://schemas.microsoft.com/office/drawing/2014/main" id="{F8785F72-1C04-71D4-613E-CFEDFC171D65}"/>
                    </a:ext>
                  </a:extLst>
                </p14:cNvPr>
                <p14:cNvContentPartPr/>
                <p14:nvPr/>
              </p14:nvContentPartPr>
              <p14:xfrm>
                <a:off x="11321940" y="1248360"/>
                <a:ext cx="4320" cy="388440"/>
              </p14:xfrm>
            </p:contentPart>
          </mc:Choice>
          <mc:Fallback>
            <p:pic>
              <p:nvPicPr>
                <p:cNvPr id="50" name="Ink 49">
                  <a:extLst>
                    <a:ext uri="{FF2B5EF4-FFF2-40B4-BE49-F238E27FC236}">
                      <a16:creationId xmlns:a16="http://schemas.microsoft.com/office/drawing/2014/main" id="{F8785F72-1C04-71D4-613E-CFEDFC171D65}"/>
                    </a:ext>
                  </a:extLst>
                </p:cNvPr>
                <p:cNvPicPr/>
                <p:nvPr/>
              </p:nvPicPr>
              <p:blipFill>
                <a:blip r:embed="rId18"/>
                <a:stretch>
                  <a:fillRect/>
                </a:stretch>
              </p:blipFill>
              <p:spPr>
                <a:xfrm>
                  <a:off x="11285940" y="1212720"/>
                  <a:ext cx="75960" cy="460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1" name="Ink 50">
                  <a:extLst>
                    <a:ext uri="{FF2B5EF4-FFF2-40B4-BE49-F238E27FC236}">
                      <a16:creationId xmlns:a16="http://schemas.microsoft.com/office/drawing/2014/main" id="{667E8DA0-EEE2-B045-EF75-A9AD59F18AE3}"/>
                    </a:ext>
                  </a:extLst>
                </p14:cNvPr>
                <p14:cNvContentPartPr/>
                <p14:nvPr/>
              </p14:nvContentPartPr>
              <p14:xfrm>
                <a:off x="10529580" y="1007880"/>
                <a:ext cx="696960" cy="975240"/>
              </p14:xfrm>
            </p:contentPart>
          </mc:Choice>
          <mc:Fallback>
            <p:pic>
              <p:nvPicPr>
                <p:cNvPr id="51" name="Ink 50">
                  <a:extLst>
                    <a:ext uri="{FF2B5EF4-FFF2-40B4-BE49-F238E27FC236}">
                      <a16:creationId xmlns:a16="http://schemas.microsoft.com/office/drawing/2014/main" id="{667E8DA0-EEE2-B045-EF75-A9AD59F18AE3}"/>
                    </a:ext>
                  </a:extLst>
                </p:cNvPr>
                <p:cNvPicPr/>
                <p:nvPr/>
              </p:nvPicPr>
              <p:blipFill>
                <a:blip r:embed="rId20"/>
                <a:stretch>
                  <a:fillRect/>
                </a:stretch>
              </p:blipFill>
              <p:spPr>
                <a:xfrm>
                  <a:off x="10493580" y="971880"/>
                  <a:ext cx="768600" cy="1046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53" name="Ink 52">
                  <a:extLst>
                    <a:ext uri="{FF2B5EF4-FFF2-40B4-BE49-F238E27FC236}">
                      <a16:creationId xmlns:a16="http://schemas.microsoft.com/office/drawing/2014/main" id="{7EF9C81C-1BBF-7914-6EF9-723204426FEC}"/>
                    </a:ext>
                  </a:extLst>
                </p14:cNvPr>
                <p14:cNvContentPartPr/>
                <p14:nvPr/>
              </p14:nvContentPartPr>
              <p14:xfrm>
                <a:off x="11206740" y="1127760"/>
                <a:ext cx="50400" cy="555840"/>
              </p14:xfrm>
            </p:contentPart>
          </mc:Choice>
          <mc:Fallback>
            <p:pic>
              <p:nvPicPr>
                <p:cNvPr id="53" name="Ink 52">
                  <a:extLst>
                    <a:ext uri="{FF2B5EF4-FFF2-40B4-BE49-F238E27FC236}">
                      <a16:creationId xmlns:a16="http://schemas.microsoft.com/office/drawing/2014/main" id="{7EF9C81C-1BBF-7914-6EF9-723204426FEC}"/>
                    </a:ext>
                  </a:extLst>
                </p:cNvPr>
                <p:cNvPicPr/>
                <p:nvPr/>
              </p:nvPicPr>
              <p:blipFill>
                <a:blip r:embed="rId22"/>
                <a:stretch>
                  <a:fillRect/>
                </a:stretch>
              </p:blipFill>
              <p:spPr>
                <a:xfrm>
                  <a:off x="11170740" y="1092120"/>
                  <a:ext cx="122040" cy="627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54" name="Ink 53">
                  <a:extLst>
                    <a:ext uri="{FF2B5EF4-FFF2-40B4-BE49-F238E27FC236}">
                      <a16:creationId xmlns:a16="http://schemas.microsoft.com/office/drawing/2014/main" id="{9256C342-FAF3-A918-3B4D-28B459EBCB10}"/>
                    </a:ext>
                  </a:extLst>
                </p14:cNvPr>
                <p14:cNvContentPartPr/>
                <p14:nvPr/>
              </p14:nvContentPartPr>
              <p14:xfrm>
                <a:off x="11290260" y="1186440"/>
                <a:ext cx="13680" cy="453240"/>
              </p14:xfrm>
            </p:contentPart>
          </mc:Choice>
          <mc:Fallback>
            <p:pic>
              <p:nvPicPr>
                <p:cNvPr id="54" name="Ink 53">
                  <a:extLst>
                    <a:ext uri="{FF2B5EF4-FFF2-40B4-BE49-F238E27FC236}">
                      <a16:creationId xmlns:a16="http://schemas.microsoft.com/office/drawing/2014/main" id="{9256C342-FAF3-A918-3B4D-28B459EBCB10}"/>
                    </a:ext>
                  </a:extLst>
                </p:cNvPr>
                <p:cNvPicPr/>
                <p:nvPr/>
              </p:nvPicPr>
              <p:blipFill>
                <a:blip r:embed="rId24"/>
                <a:stretch>
                  <a:fillRect/>
                </a:stretch>
              </p:blipFill>
              <p:spPr>
                <a:xfrm>
                  <a:off x="11254620" y="1150800"/>
                  <a:ext cx="85320" cy="5248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55" name="Ink 54">
                  <a:extLst>
                    <a:ext uri="{FF2B5EF4-FFF2-40B4-BE49-F238E27FC236}">
                      <a16:creationId xmlns:a16="http://schemas.microsoft.com/office/drawing/2014/main" id="{56457DF6-C8AF-9467-1FDF-22E3DCCDCBFB}"/>
                    </a:ext>
                  </a:extLst>
                </p14:cNvPr>
                <p14:cNvContentPartPr/>
                <p14:nvPr/>
              </p14:nvContentPartPr>
              <p14:xfrm>
                <a:off x="11318340" y="1332240"/>
                <a:ext cx="7920" cy="286200"/>
              </p14:xfrm>
            </p:contentPart>
          </mc:Choice>
          <mc:Fallback>
            <p:pic>
              <p:nvPicPr>
                <p:cNvPr id="55" name="Ink 54">
                  <a:extLst>
                    <a:ext uri="{FF2B5EF4-FFF2-40B4-BE49-F238E27FC236}">
                      <a16:creationId xmlns:a16="http://schemas.microsoft.com/office/drawing/2014/main" id="{56457DF6-C8AF-9467-1FDF-22E3DCCDCBFB}"/>
                    </a:ext>
                  </a:extLst>
                </p:cNvPr>
                <p:cNvPicPr/>
                <p:nvPr/>
              </p:nvPicPr>
              <p:blipFill>
                <a:blip r:embed="rId26"/>
                <a:stretch>
                  <a:fillRect/>
                </a:stretch>
              </p:blipFill>
              <p:spPr>
                <a:xfrm>
                  <a:off x="11282340" y="1296600"/>
                  <a:ext cx="79560" cy="3578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6" name="Ink 55">
                  <a:extLst>
                    <a:ext uri="{FF2B5EF4-FFF2-40B4-BE49-F238E27FC236}">
                      <a16:creationId xmlns:a16="http://schemas.microsoft.com/office/drawing/2014/main" id="{91033B20-1A1F-D789-9324-5C0B8CAEE26E}"/>
                    </a:ext>
                  </a:extLst>
                </p14:cNvPr>
                <p14:cNvContentPartPr/>
                <p14:nvPr/>
              </p14:nvContentPartPr>
              <p14:xfrm>
                <a:off x="11261820" y="1263120"/>
                <a:ext cx="64080" cy="521640"/>
              </p14:xfrm>
            </p:contentPart>
          </mc:Choice>
          <mc:Fallback>
            <p:pic>
              <p:nvPicPr>
                <p:cNvPr id="56" name="Ink 55">
                  <a:extLst>
                    <a:ext uri="{FF2B5EF4-FFF2-40B4-BE49-F238E27FC236}">
                      <a16:creationId xmlns:a16="http://schemas.microsoft.com/office/drawing/2014/main" id="{91033B20-1A1F-D789-9324-5C0B8CAEE26E}"/>
                    </a:ext>
                  </a:extLst>
                </p:cNvPr>
                <p:cNvPicPr/>
                <p:nvPr/>
              </p:nvPicPr>
              <p:blipFill>
                <a:blip r:embed="rId28"/>
                <a:stretch>
                  <a:fillRect/>
                </a:stretch>
              </p:blipFill>
              <p:spPr>
                <a:xfrm>
                  <a:off x="11225820" y="1227480"/>
                  <a:ext cx="135720" cy="593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59" name="Ink 58">
                  <a:extLst>
                    <a:ext uri="{FF2B5EF4-FFF2-40B4-BE49-F238E27FC236}">
                      <a16:creationId xmlns:a16="http://schemas.microsoft.com/office/drawing/2014/main" id="{9A3BD95C-EB5F-5AB1-E02D-2AFC88C25691}"/>
                    </a:ext>
                  </a:extLst>
                </p14:cNvPr>
                <p14:cNvContentPartPr/>
                <p14:nvPr/>
              </p14:nvContentPartPr>
              <p14:xfrm>
                <a:off x="10894792" y="989508"/>
                <a:ext cx="240120" cy="136440"/>
              </p14:xfrm>
            </p:contentPart>
          </mc:Choice>
          <mc:Fallback>
            <p:pic>
              <p:nvPicPr>
                <p:cNvPr id="59" name="Ink 58">
                  <a:extLst>
                    <a:ext uri="{FF2B5EF4-FFF2-40B4-BE49-F238E27FC236}">
                      <a16:creationId xmlns:a16="http://schemas.microsoft.com/office/drawing/2014/main" id="{9A3BD95C-EB5F-5AB1-E02D-2AFC88C25691}"/>
                    </a:ext>
                  </a:extLst>
                </p:cNvPr>
                <p:cNvPicPr/>
                <p:nvPr/>
              </p:nvPicPr>
              <p:blipFill>
                <a:blip r:embed="rId30"/>
                <a:stretch>
                  <a:fillRect/>
                </a:stretch>
              </p:blipFill>
              <p:spPr>
                <a:xfrm>
                  <a:off x="10859152" y="953868"/>
                  <a:ext cx="31176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61" name="Ink 60">
                  <a:extLst>
                    <a:ext uri="{FF2B5EF4-FFF2-40B4-BE49-F238E27FC236}">
                      <a16:creationId xmlns:a16="http://schemas.microsoft.com/office/drawing/2014/main" id="{8449D473-8995-CD37-AEDE-4810312A4C75}"/>
                    </a:ext>
                  </a:extLst>
                </p14:cNvPr>
                <p14:cNvContentPartPr/>
                <p14:nvPr/>
              </p14:nvContentPartPr>
              <p14:xfrm>
                <a:off x="11021512" y="1056468"/>
                <a:ext cx="6120" cy="23400"/>
              </p14:xfrm>
            </p:contentPart>
          </mc:Choice>
          <mc:Fallback>
            <p:pic>
              <p:nvPicPr>
                <p:cNvPr id="61" name="Ink 60">
                  <a:extLst>
                    <a:ext uri="{FF2B5EF4-FFF2-40B4-BE49-F238E27FC236}">
                      <a16:creationId xmlns:a16="http://schemas.microsoft.com/office/drawing/2014/main" id="{8449D473-8995-CD37-AEDE-4810312A4C75}"/>
                    </a:ext>
                  </a:extLst>
                </p:cNvPr>
                <p:cNvPicPr/>
                <p:nvPr/>
              </p:nvPicPr>
              <p:blipFill>
                <a:blip r:embed="rId32"/>
                <a:stretch>
                  <a:fillRect/>
                </a:stretch>
              </p:blipFill>
              <p:spPr>
                <a:xfrm>
                  <a:off x="10985512" y="1020468"/>
                  <a:ext cx="7776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62" name="Ink 61">
                  <a:extLst>
                    <a:ext uri="{FF2B5EF4-FFF2-40B4-BE49-F238E27FC236}">
                      <a16:creationId xmlns:a16="http://schemas.microsoft.com/office/drawing/2014/main" id="{14D85FF9-527C-1066-49F4-B7A4666D577D}"/>
                    </a:ext>
                  </a:extLst>
                </p14:cNvPr>
                <p14:cNvContentPartPr/>
                <p14:nvPr/>
              </p14:nvContentPartPr>
              <p14:xfrm>
                <a:off x="10961752" y="1164828"/>
                <a:ext cx="190800" cy="432000"/>
              </p14:xfrm>
            </p:contentPart>
          </mc:Choice>
          <mc:Fallback>
            <p:pic>
              <p:nvPicPr>
                <p:cNvPr id="62" name="Ink 61">
                  <a:extLst>
                    <a:ext uri="{FF2B5EF4-FFF2-40B4-BE49-F238E27FC236}">
                      <a16:creationId xmlns:a16="http://schemas.microsoft.com/office/drawing/2014/main" id="{14D85FF9-527C-1066-49F4-B7A4666D577D}"/>
                    </a:ext>
                  </a:extLst>
                </p:cNvPr>
                <p:cNvPicPr/>
                <p:nvPr/>
              </p:nvPicPr>
              <p:blipFill>
                <a:blip r:embed="rId34"/>
                <a:stretch>
                  <a:fillRect/>
                </a:stretch>
              </p:blipFill>
              <p:spPr>
                <a:xfrm>
                  <a:off x="10925752" y="1128828"/>
                  <a:ext cx="262440" cy="503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5">
            <p14:nvContentPartPr>
              <p14:cNvPr id="65" name="Ink 64">
                <a:extLst>
                  <a:ext uri="{FF2B5EF4-FFF2-40B4-BE49-F238E27FC236}">
                    <a16:creationId xmlns:a16="http://schemas.microsoft.com/office/drawing/2014/main" id="{65A13986-CBF2-48A8-6C80-EEF9A3031EB9}"/>
                  </a:ext>
                </a:extLst>
              </p14:cNvPr>
              <p14:cNvContentPartPr/>
              <p14:nvPr/>
            </p14:nvContentPartPr>
            <p14:xfrm>
              <a:off x="492249" y="2672825"/>
              <a:ext cx="2251440" cy="720"/>
            </p14:xfrm>
          </p:contentPart>
        </mc:Choice>
        <mc:Fallback>
          <p:pic>
            <p:nvPicPr>
              <p:cNvPr id="65" name="Ink 64">
                <a:extLst>
                  <a:ext uri="{FF2B5EF4-FFF2-40B4-BE49-F238E27FC236}">
                    <a16:creationId xmlns:a16="http://schemas.microsoft.com/office/drawing/2014/main" id="{65A13986-CBF2-48A8-6C80-EEF9A3031EB9}"/>
                  </a:ext>
                </a:extLst>
              </p:cNvPr>
              <p:cNvPicPr/>
              <p:nvPr/>
            </p:nvPicPr>
            <p:blipFill>
              <a:blip r:embed="rId36"/>
              <a:stretch>
                <a:fillRect/>
              </a:stretch>
            </p:blipFill>
            <p:spPr>
              <a:xfrm>
                <a:off x="438249" y="2456825"/>
                <a:ext cx="235908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67" name="Ink 66">
                <a:extLst>
                  <a:ext uri="{FF2B5EF4-FFF2-40B4-BE49-F238E27FC236}">
                    <a16:creationId xmlns:a16="http://schemas.microsoft.com/office/drawing/2014/main" id="{682DF499-F012-8C0D-1F4B-5E97006F4A18}"/>
                  </a:ext>
                </a:extLst>
              </p14:cNvPr>
              <p14:cNvContentPartPr/>
              <p14:nvPr/>
            </p14:nvContentPartPr>
            <p14:xfrm>
              <a:off x="9964569" y="2684345"/>
              <a:ext cx="1149120" cy="23760"/>
            </p14:xfrm>
          </p:contentPart>
        </mc:Choice>
        <mc:Fallback>
          <p:pic>
            <p:nvPicPr>
              <p:cNvPr id="67" name="Ink 66">
                <a:extLst>
                  <a:ext uri="{FF2B5EF4-FFF2-40B4-BE49-F238E27FC236}">
                    <a16:creationId xmlns:a16="http://schemas.microsoft.com/office/drawing/2014/main" id="{682DF499-F012-8C0D-1F4B-5E97006F4A18}"/>
                  </a:ext>
                </a:extLst>
              </p:cNvPr>
              <p:cNvPicPr/>
              <p:nvPr/>
            </p:nvPicPr>
            <p:blipFill>
              <a:blip r:embed="rId38"/>
              <a:stretch>
                <a:fillRect/>
              </a:stretch>
            </p:blipFill>
            <p:spPr>
              <a:xfrm>
                <a:off x="9910569" y="2576705"/>
                <a:ext cx="125676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69" name="Ink 68">
                <a:extLst>
                  <a:ext uri="{FF2B5EF4-FFF2-40B4-BE49-F238E27FC236}">
                    <a16:creationId xmlns:a16="http://schemas.microsoft.com/office/drawing/2014/main" id="{FDA4F84B-CFF5-CAD1-9C86-C455E04599DD}"/>
                  </a:ext>
                </a:extLst>
              </p14:cNvPr>
              <p14:cNvContentPartPr/>
              <p14:nvPr/>
            </p14:nvContentPartPr>
            <p14:xfrm>
              <a:off x="503769" y="4407665"/>
              <a:ext cx="2286720" cy="360"/>
            </p14:xfrm>
          </p:contentPart>
        </mc:Choice>
        <mc:Fallback>
          <p:pic>
            <p:nvPicPr>
              <p:cNvPr id="69" name="Ink 68">
                <a:extLst>
                  <a:ext uri="{FF2B5EF4-FFF2-40B4-BE49-F238E27FC236}">
                    <a16:creationId xmlns:a16="http://schemas.microsoft.com/office/drawing/2014/main" id="{FDA4F84B-CFF5-CAD1-9C86-C455E04599DD}"/>
                  </a:ext>
                </a:extLst>
              </p:cNvPr>
              <p:cNvPicPr/>
              <p:nvPr/>
            </p:nvPicPr>
            <p:blipFill>
              <a:blip r:embed="rId40"/>
              <a:stretch>
                <a:fillRect/>
              </a:stretch>
            </p:blipFill>
            <p:spPr>
              <a:xfrm>
                <a:off x="449769" y="4299665"/>
                <a:ext cx="2394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71" name="Ink 70">
                <a:extLst>
                  <a:ext uri="{FF2B5EF4-FFF2-40B4-BE49-F238E27FC236}">
                    <a16:creationId xmlns:a16="http://schemas.microsoft.com/office/drawing/2014/main" id="{4CE9F29E-D640-A363-FF2B-24E37A1D35E5}"/>
                  </a:ext>
                </a:extLst>
              </p14:cNvPr>
              <p14:cNvContentPartPr/>
              <p14:nvPr/>
            </p14:nvContentPartPr>
            <p14:xfrm>
              <a:off x="7056849" y="4384265"/>
              <a:ext cx="2462040" cy="23760"/>
            </p14:xfrm>
          </p:contentPart>
        </mc:Choice>
        <mc:Fallback>
          <p:pic>
            <p:nvPicPr>
              <p:cNvPr id="71" name="Ink 70">
                <a:extLst>
                  <a:ext uri="{FF2B5EF4-FFF2-40B4-BE49-F238E27FC236}">
                    <a16:creationId xmlns:a16="http://schemas.microsoft.com/office/drawing/2014/main" id="{4CE9F29E-D640-A363-FF2B-24E37A1D35E5}"/>
                  </a:ext>
                </a:extLst>
              </p:cNvPr>
              <p:cNvPicPr/>
              <p:nvPr/>
            </p:nvPicPr>
            <p:blipFill>
              <a:blip r:embed="rId42"/>
              <a:stretch>
                <a:fillRect/>
              </a:stretch>
            </p:blipFill>
            <p:spPr>
              <a:xfrm>
                <a:off x="7002849" y="4276265"/>
                <a:ext cx="256968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78" name="Ink 77">
                <a:extLst>
                  <a:ext uri="{FF2B5EF4-FFF2-40B4-BE49-F238E27FC236}">
                    <a16:creationId xmlns:a16="http://schemas.microsoft.com/office/drawing/2014/main" id="{836E3268-8C10-BF9A-0634-64CEC030FC36}"/>
                  </a:ext>
                </a:extLst>
              </p14:cNvPr>
              <p14:cNvContentPartPr/>
              <p14:nvPr/>
            </p14:nvContentPartPr>
            <p14:xfrm>
              <a:off x="552009" y="3357905"/>
              <a:ext cx="1463400" cy="195120"/>
            </p14:xfrm>
          </p:contentPart>
        </mc:Choice>
        <mc:Fallback>
          <p:pic>
            <p:nvPicPr>
              <p:cNvPr id="78" name="Ink 77">
                <a:extLst>
                  <a:ext uri="{FF2B5EF4-FFF2-40B4-BE49-F238E27FC236}">
                    <a16:creationId xmlns:a16="http://schemas.microsoft.com/office/drawing/2014/main" id="{836E3268-8C10-BF9A-0634-64CEC030FC36}"/>
                  </a:ext>
                </a:extLst>
              </p:cNvPr>
              <p:cNvPicPr/>
              <p:nvPr/>
            </p:nvPicPr>
            <p:blipFill>
              <a:blip r:embed="rId44"/>
              <a:stretch>
                <a:fillRect/>
              </a:stretch>
            </p:blipFill>
            <p:spPr>
              <a:xfrm>
                <a:off x="498369" y="3249905"/>
                <a:ext cx="1571040" cy="4107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82" name="Ink 81">
                <a:extLst>
                  <a:ext uri="{FF2B5EF4-FFF2-40B4-BE49-F238E27FC236}">
                    <a16:creationId xmlns:a16="http://schemas.microsoft.com/office/drawing/2014/main" id="{C5EE885C-339E-E944-1216-008753FEC2CE}"/>
                  </a:ext>
                </a:extLst>
              </p14:cNvPr>
              <p14:cNvContentPartPr/>
              <p14:nvPr/>
            </p14:nvContentPartPr>
            <p14:xfrm>
              <a:off x="7086303" y="5055836"/>
              <a:ext cx="1477212" cy="331218"/>
            </p14:xfrm>
          </p:contentPart>
        </mc:Choice>
        <mc:Fallback>
          <p:pic>
            <p:nvPicPr>
              <p:cNvPr id="82" name="Ink 81">
                <a:extLst>
                  <a:ext uri="{FF2B5EF4-FFF2-40B4-BE49-F238E27FC236}">
                    <a16:creationId xmlns:a16="http://schemas.microsoft.com/office/drawing/2014/main" id="{C5EE885C-339E-E944-1216-008753FEC2CE}"/>
                  </a:ext>
                </a:extLst>
              </p:cNvPr>
              <p:cNvPicPr/>
              <p:nvPr/>
            </p:nvPicPr>
            <p:blipFill>
              <a:blip r:embed="rId46"/>
              <a:stretch>
                <a:fillRect/>
              </a:stretch>
            </p:blipFill>
            <p:spPr>
              <a:xfrm>
                <a:off x="7032671" y="4948190"/>
                <a:ext cx="1584835" cy="54687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83" name="Ink 82">
                <a:extLst>
                  <a:ext uri="{FF2B5EF4-FFF2-40B4-BE49-F238E27FC236}">
                    <a16:creationId xmlns:a16="http://schemas.microsoft.com/office/drawing/2014/main" id="{ADF1402D-97A5-4A73-F19C-D5D48ACFC7E1}"/>
                  </a:ext>
                </a:extLst>
              </p14:cNvPr>
              <p14:cNvContentPartPr/>
              <p14:nvPr/>
            </p14:nvContentPartPr>
            <p14:xfrm>
              <a:off x="7131369" y="5144945"/>
              <a:ext cx="1387080" cy="96480"/>
            </p14:xfrm>
          </p:contentPart>
        </mc:Choice>
        <mc:Fallback>
          <p:pic>
            <p:nvPicPr>
              <p:cNvPr id="83" name="Ink 82">
                <a:extLst>
                  <a:ext uri="{FF2B5EF4-FFF2-40B4-BE49-F238E27FC236}">
                    <a16:creationId xmlns:a16="http://schemas.microsoft.com/office/drawing/2014/main" id="{ADF1402D-97A5-4A73-F19C-D5D48ACFC7E1}"/>
                  </a:ext>
                </a:extLst>
              </p:cNvPr>
              <p:cNvPicPr/>
              <p:nvPr/>
            </p:nvPicPr>
            <p:blipFill>
              <a:blip r:embed="rId48"/>
              <a:stretch>
                <a:fillRect/>
              </a:stretch>
            </p:blipFill>
            <p:spPr>
              <a:xfrm>
                <a:off x="7077369" y="5036945"/>
                <a:ext cx="149472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84" name="Ink 83">
                <a:extLst>
                  <a:ext uri="{FF2B5EF4-FFF2-40B4-BE49-F238E27FC236}">
                    <a16:creationId xmlns:a16="http://schemas.microsoft.com/office/drawing/2014/main" id="{17A11C2D-ABF1-350E-A60C-DAB1B8A25A65}"/>
                  </a:ext>
                </a:extLst>
              </p14:cNvPr>
              <p14:cNvContentPartPr/>
              <p14:nvPr/>
            </p14:nvContentPartPr>
            <p14:xfrm>
              <a:off x="-1055391" y="4243505"/>
              <a:ext cx="360" cy="360"/>
            </p14:xfrm>
          </p:contentPart>
        </mc:Choice>
        <mc:Fallback>
          <p:pic>
            <p:nvPicPr>
              <p:cNvPr id="84" name="Ink 83">
                <a:extLst>
                  <a:ext uri="{FF2B5EF4-FFF2-40B4-BE49-F238E27FC236}">
                    <a16:creationId xmlns:a16="http://schemas.microsoft.com/office/drawing/2014/main" id="{17A11C2D-ABF1-350E-A60C-DAB1B8A25A65}"/>
                  </a:ext>
                </a:extLst>
              </p:cNvPr>
              <p:cNvPicPr/>
              <p:nvPr/>
            </p:nvPicPr>
            <p:blipFill>
              <a:blip r:embed="rId50"/>
              <a:stretch>
                <a:fillRect/>
              </a:stretch>
            </p:blipFill>
            <p:spPr>
              <a:xfrm>
                <a:off x="-1109031" y="4135865"/>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97" name="Ink 96">
                <a:extLst>
                  <a:ext uri="{FF2B5EF4-FFF2-40B4-BE49-F238E27FC236}">
                    <a16:creationId xmlns:a16="http://schemas.microsoft.com/office/drawing/2014/main" id="{224C4911-5C09-EED1-1FF7-14E86631C6A6}"/>
                  </a:ext>
                </a:extLst>
              </p14:cNvPr>
              <p14:cNvContentPartPr/>
              <p14:nvPr/>
            </p14:nvContentPartPr>
            <p14:xfrm>
              <a:off x="2708049" y="1031225"/>
              <a:ext cx="621360" cy="11880"/>
            </p14:xfrm>
          </p:contentPart>
        </mc:Choice>
        <mc:Fallback>
          <p:pic>
            <p:nvPicPr>
              <p:cNvPr id="97" name="Ink 96">
                <a:extLst>
                  <a:ext uri="{FF2B5EF4-FFF2-40B4-BE49-F238E27FC236}">
                    <a16:creationId xmlns:a16="http://schemas.microsoft.com/office/drawing/2014/main" id="{224C4911-5C09-EED1-1FF7-14E86631C6A6}"/>
                  </a:ext>
                </a:extLst>
              </p:cNvPr>
              <p:cNvPicPr/>
              <p:nvPr/>
            </p:nvPicPr>
            <p:blipFill>
              <a:blip r:embed="rId52"/>
              <a:stretch>
                <a:fillRect/>
              </a:stretch>
            </p:blipFill>
            <p:spPr>
              <a:xfrm>
                <a:off x="2654049" y="923585"/>
                <a:ext cx="72900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98" name="Ink 97">
                <a:extLst>
                  <a:ext uri="{FF2B5EF4-FFF2-40B4-BE49-F238E27FC236}">
                    <a16:creationId xmlns:a16="http://schemas.microsoft.com/office/drawing/2014/main" id="{B21EBEC2-FF87-4404-57BD-0F1B6164E18C}"/>
                  </a:ext>
                </a:extLst>
              </p14:cNvPr>
              <p14:cNvContentPartPr/>
              <p14:nvPr/>
            </p14:nvContentPartPr>
            <p14:xfrm>
              <a:off x="1078329" y="1042385"/>
              <a:ext cx="285120" cy="20160"/>
            </p14:xfrm>
          </p:contentPart>
        </mc:Choice>
        <mc:Fallback>
          <p:pic>
            <p:nvPicPr>
              <p:cNvPr id="98" name="Ink 97">
                <a:extLst>
                  <a:ext uri="{FF2B5EF4-FFF2-40B4-BE49-F238E27FC236}">
                    <a16:creationId xmlns:a16="http://schemas.microsoft.com/office/drawing/2014/main" id="{B21EBEC2-FF87-4404-57BD-0F1B6164E18C}"/>
                  </a:ext>
                </a:extLst>
              </p:cNvPr>
              <p:cNvPicPr/>
              <p:nvPr/>
            </p:nvPicPr>
            <p:blipFill>
              <a:blip r:embed="rId54"/>
              <a:stretch>
                <a:fillRect/>
              </a:stretch>
            </p:blipFill>
            <p:spPr>
              <a:xfrm>
                <a:off x="1024329" y="934385"/>
                <a:ext cx="39276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100" name="Ink 99">
                <a:extLst>
                  <a:ext uri="{FF2B5EF4-FFF2-40B4-BE49-F238E27FC236}">
                    <a16:creationId xmlns:a16="http://schemas.microsoft.com/office/drawing/2014/main" id="{1486E1F2-5074-1E79-210F-1E489B6949CA}"/>
                  </a:ext>
                </a:extLst>
              </p14:cNvPr>
              <p14:cNvContentPartPr/>
              <p14:nvPr/>
            </p14:nvContentPartPr>
            <p14:xfrm>
              <a:off x="5005569" y="1042745"/>
              <a:ext cx="621720" cy="24120"/>
            </p14:xfrm>
          </p:contentPart>
        </mc:Choice>
        <mc:Fallback>
          <p:pic>
            <p:nvPicPr>
              <p:cNvPr id="100" name="Ink 99">
                <a:extLst>
                  <a:ext uri="{FF2B5EF4-FFF2-40B4-BE49-F238E27FC236}">
                    <a16:creationId xmlns:a16="http://schemas.microsoft.com/office/drawing/2014/main" id="{1486E1F2-5074-1E79-210F-1E489B6949CA}"/>
                  </a:ext>
                </a:extLst>
              </p:cNvPr>
              <p:cNvPicPr/>
              <p:nvPr/>
            </p:nvPicPr>
            <p:blipFill>
              <a:blip r:embed="rId56"/>
              <a:stretch>
                <a:fillRect/>
              </a:stretch>
            </p:blipFill>
            <p:spPr>
              <a:xfrm>
                <a:off x="4951569" y="935105"/>
                <a:ext cx="72936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102" name="Ink 101">
                <a:extLst>
                  <a:ext uri="{FF2B5EF4-FFF2-40B4-BE49-F238E27FC236}">
                    <a16:creationId xmlns:a16="http://schemas.microsoft.com/office/drawing/2014/main" id="{F6EDA85F-6A88-42F3-C85E-CA5F22B19CB7}"/>
                  </a:ext>
                </a:extLst>
              </p14:cNvPr>
              <p14:cNvContentPartPr/>
              <p14:nvPr/>
            </p14:nvContentPartPr>
            <p14:xfrm>
              <a:off x="6470769" y="1031225"/>
              <a:ext cx="1688760" cy="35640"/>
            </p14:xfrm>
          </p:contentPart>
        </mc:Choice>
        <mc:Fallback>
          <p:pic>
            <p:nvPicPr>
              <p:cNvPr id="102" name="Ink 101">
                <a:extLst>
                  <a:ext uri="{FF2B5EF4-FFF2-40B4-BE49-F238E27FC236}">
                    <a16:creationId xmlns:a16="http://schemas.microsoft.com/office/drawing/2014/main" id="{F6EDA85F-6A88-42F3-C85E-CA5F22B19CB7}"/>
                  </a:ext>
                </a:extLst>
              </p:cNvPr>
              <p:cNvPicPr/>
              <p:nvPr/>
            </p:nvPicPr>
            <p:blipFill>
              <a:blip r:embed="rId58"/>
              <a:stretch>
                <a:fillRect/>
              </a:stretch>
            </p:blipFill>
            <p:spPr>
              <a:xfrm>
                <a:off x="6416769" y="923585"/>
                <a:ext cx="17964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04" name="Ink 103">
                <a:extLst>
                  <a:ext uri="{FF2B5EF4-FFF2-40B4-BE49-F238E27FC236}">
                    <a16:creationId xmlns:a16="http://schemas.microsoft.com/office/drawing/2014/main" id="{D6B5CB74-D00D-708C-8961-E95BD6364931}"/>
                  </a:ext>
                </a:extLst>
              </p14:cNvPr>
              <p14:cNvContentPartPr/>
              <p14:nvPr/>
            </p14:nvContentPartPr>
            <p14:xfrm>
              <a:off x="8698449" y="1054985"/>
              <a:ext cx="1782360" cy="720"/>
            </p14:xfrm>
          </p:contentPart>
        </mc:Choice>
        <mc:Fallback>
          <p:pic>
            <p:nvPicPr>
              <p:cNvPr id="104" name="Ink 103">
                <a:extLst>
                  <a:ext uri="{FF2B5EF4-FFF2-40B4-BE49-F238E27FC236}">
                    <a16:creationId xmlns:a16="http://schemas.microsoft.com/office/drawing/2014/main" id="{D6B5CB74-D00D-708C-8961-E95BD6364931}"/>
                  </a:ext>
                </a:extLst>
              </p:cNvPr>
              <p:cNvPicPr/>
              <p:nvPr/>
            </p:nvPicPr>
            <p:blipFill>
              <a:blip r:embed="rId60"/>
              <a:stretch>
                <a:fillRect/>
              </a:stretch>
            </p:blipFill>
            <p:spPr>
              <a:xfrm>
                <a:off x="8644449" y="838985"/>
                <a:ext cx="189000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106" name="Ink 105">
                <a:extLst>
                  <a:ext uri="{FF2B5EF4-FFF2-40B4-BE49-F238E27FC236}">
                    <a16:creationId xmlns:a16="http://schemas.microsoft.com/office/drawing/2014/main" id="{5EEF5EBF-2203-DD43-A435-B3766315657B}"/>
                  </a:ext>
                </a:extLst>
              </p14:cNvPr>
              <p14:cNvContentPartPr/>
              <p14:nvPr/>
            </p14:nvContentPartPr>
            <p14:xfrm>
              <a:off x="2919009" y="2672825"/>
              <a:ext cx="1711800" cy="11880"/>
            </p14:xfrm>
          </p:contentPart>
        </mc:Choice>
        <mc:Fallback>
          <p:pic>
            <p:nvPicPr>
              <p:cNvPr id="106" name="Ink 105">
                <a:extLst>
                  <a:ext uri="{FF2B5EF4-FFF2-40B4-BE49-F238E27FC236}">
                    <a16:creationId xmlns:a16="http://schemas.microsoft.com/office/drawing/2014/main" id="{5EEF5EBF-2203-DD43-A435-B3766315657B}"/>
                  </a:ext>
                </a:extLst>
              </p:cNvPr>
              <p:cNvPicPr/>
              <p:nvPr/>
            </p:nvPicPr>
            <p:blipFill>
              <a:blip r:embed="rId62"/>
              <a:stretch>
                <a:fillRect/>
              </a:stretch>
            </p:blipFill>
            <p:spPr>
              <a:xfrm>
                <a:off x="2865369" y="2565185"/>
                <a:ext cx="18194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108" name="Ink 107">
                <a:extLst>
                  <a:ext uri="{FF2B5EF4-FFF2-40B4-BE49-F238E27FC236}">
                    <a16:creationId xmlns:a16="http://schemas.microsoft.com/office/drawing/2014/main" id="{A3E496D6-73CA-F43E-15F7-C941F33ADE5E}"/>
                  </a:ext>
                </a:extLst>
              </p14:cNvPr>
              <p14:cNvContentPartPr/>
              <p14:nvPr/>
            </p14:nvContentPartPr>
            <p14:xfrm>
              <a:off x="5697129" y="2684345"/>
              <a:ext cx="398880" cy="11880"/>
            </p14:xfrm>
          </p:contentPart>
        </mc:Choice>
        <mc:Fallback>
          <p:pic>
            <p:nvPicPr>
              <p:cNvPr id="108" name="Ink 107">
                <a:extLst>
                  <a:ext uri="{FF2B5EF4-FFF2-40B4-BE49-F238E27FC236}">
                    <a16:creationId xmlns:a16="http://schemas.microsoft.com/office/drawing/2014/main" id="{A3E496D6-73CA-F43E-15F7-C941F33ADE5E}"/>
                  </a:ext>
                </a:extLst>
              </p:cNvPr>
              <p:cNvPicPr/>
              <p:nvPr/>
            </p:nvPicPr>
            <p:blipFill>
              <a:blip r:embed="rId64"/>
              <a:stretch>
                <a:fillRect/>
              </a:stretch>
            </p:blipFill>
            <p:spPr>
              <a:xfrm>
                <a:off x="5643489" y="2576705"/>
                <a:ext cx="50652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114" name="Ink 113">
                <a:extLst>
                  <a:ext uri="{FF2B5EF4-FFF2-40B4-BE49-F238E27FC236}">
                    <a16:creationId xmlns:a16="http://schemas.microsoft.com/office/drawing/2014/main" id="{9F1F201D-667C-8F2D-4313-809F506887F2}"/>
                  </a:ext>
                </a:extLst>
              </p14:cNvPr>
              <p14:cNvContentPartPr/>
              <p14:nvPr/>
            </p14:nvContentPartPr>
            <p14:xfrm>
              <a:off x="7092129" y="2660585"/>
              <a:ext cx="2473560" cy="12600"/>
            </p14:xfrm>
          </p:contentPart>
        </mc:Choice>
        <mc:Fallback>
          <p:pic>
            <p:nvPicPr>
              <p:cNvPr id="114" name="Ink 113">
                <a:extLst>
                  <a:ext uri="{FF2B5EF4-FFF2-40B4-BE49-F238E27FC236}">
                    <a16:creationId xmlns:a16="http://schemas.microsoft.com/office/drawing/2014/main" id="{9F1F201D-667C-8F2D-4313-809F506887F2}"/>
                  </a:ext>
                </a:extLst>
              </p:cNvPr>
              <p:cNvPicPr/>
              <p:nvPr/>
            </p:nvPicPr>
            <p:blipFill>
              <a:blip r:embed="rId66"/>
              <a:stretch>
                <a:fillRect/>
              </a:stretch>
            </p:blipFill>
            <p:spPr>
              <a:xfrm>
                <a:off x="7038489" y="2552585"/>
                <a:ext cx="25812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16" name="Ink 115">
                <a:extLst>
                  <a:ext uri="{FF2B5EF4-FFF2-40B4-BE49-F238E27FC236}">
                    <a16:creationId xmlns:a16="http://schemas.microsoft.com/office/drawing/2014/main" id="{1D7B5420-6D10-B92C-4DB9-8747F63032D2}"/>
                  </a:ext>
                </a:extLst>
              </p14:cNvPr>
              <p14:cNvContentPartPr/>
              <p14:nvPr/>
            </p14:nvContentPartPr>
            <p14:xfrm>
              <a:off x="5052369" y="4395785"/>
              <a:ext cx="938160" cy="360"/>
            </p14:xfrm>
          </p:contentPart>
        </mc:Choice>
        <mc:Fallback>
          <p:pic>
            <p:nvPicPr>
              <p:cNvPr id="116" name="Ink 115">
                <a:extLst>
                  <a:ext uri="{FF2B5EF4-FFF2-40B4-BE49-F238E27FC236}">
                    <a16:creationId xmlns:a16="http://schemas.microsoft.com/office/drawing/2014/main" id="{1D7B5420-6D10-B92C-4DB9-8747F63032D2}"/>
                  </a:ext>
                </a:extLst>
              </p:cNvPr>
              <p:cNvPicPr/>
              <p:nvPr/>
            </p:nvPicPr>
            <p:blipFill>
              <a:blip r:embed="rId68"/>
              <a:stretch>
                <a:fillRect/>
              </a:stretch>
            </p:blipFill>
            <p:spPr>
              <a:xfrm>
                <a:off x="4998369" y="4287785"/>
                <a:ext cx="1045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118" name="Ink 117">
                <a:extLst>
                  <a:ext uri="{FF2B5EF4-FFF2-40B4-BE49-F238E27FC236}">
                    <a16:creationId xmlns:a16="http://schemas.microsoft.com/office/drawing/2014/main" id="{DEA44776-4313-B9F8-52BF-FECCF027A249}"/>
                  </a:ext>
                </a:extLst>
              </p14:cNvPr>
              <p14:cNvContentPartPr/>
              <p14:nvPr/>
            </p14:nvContentPartPr>
            <p14:xfrm>
              <a:off x="2977329" y="4384265"/>
              <a:ext cx="1688760" cy="720"/>
            </p14:xfrm>
          </p:contentPart>
        </mc:Choice>
        <mc:Fallback>
          <p:pic>
            <p:nvPicPr>
              <p:cNvPr id="118" name="Ink 117">
                <a:extLst>
                  <a:ext uri="{FF2B5EF4-FFF2-40B4-BE49-F238E27FC236}">
                    <a16:creationId xmlns:a16="http://schemas.microsoft.com/office/drawing/2014/main" id="{DEA44776-4313-B9F8-52BF-FECCF027A249}"/>
                  </a:ext>
                </a:extLst>
              </p:cNvPr>
              <p:cNvPicPr/>
              <p:nvPr/>
            </p:nvPicPr>
            <p:blipFill>
              <a:blip r:embed="rId70"/>
              <a:stretch>
                <a:fillRect/>
              </a:stretch>
            </p:blipFill>
            <p:spPr>
              <a:xfrm>
                <a:off x="2923329" y="4168265"/>
                <a:ext cx="179640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120" name="Ink 119">
                <a:extLst>
                  <a:ext uri="{FF2B5EF4-FFF2-40B4-BE49-F238E27FC236}">
                    <a16:creationId xmlns:a16="http://schemas.microsoft.com/office/drawing/2014/main" id="{55B19AC5-90C7-8774-73A0-E34F87E50148}"/>
                  </a:ext>
                </a:extLst>
              </p14:cNvPr>
              <p14:cNvContentPartPr/>
              <p14:nvPr/>
            </p14:nvContentPartPr>
            <p14:xfrm>
              <a:off x="9717969" y="3598745"/>
              <a:ext cx="1571760" cy="11880"/>
            </p14:xfrm>
          </p:contentPart>
        </mc:Choice>
        <mc:Fallback>
          <p:pic>
            <p:nvPicPr>
              <p:cNvPr id="120" name="Ink 119">
                <a:extLst>
                  <a:ext uri="{FF2B5EF4-FFF2-40B4-BE49-F238E27FC236}">
                    <a16:creationId xmlns:a16="http://schemas.microsoft.com/office/drawing/2014/main" id="{55B19AC5-90C7-8774-73A0-E34F87E50148}"/>
                  </a:ext>
                </a:extLst>
              </p:cNvPr>
              <p:cNvPicPr/>
              <p:nvPr/>
            </p:nvPicPr>
            <p:blipFill>
              <a:blip r:embed="rId72"/>
              <a:stretch>
                <a:fillRect/>
              </a:stretch>
            </p:blipFill>
            <p:spPr>
              <a:xfrm>
                <a:off x="9663969" y="3491105"/>
                <a:ext cx="1679400" cy="227520"/>
              </a:xfrm>
              <a:prstGeom prst="rect">
                <a:avLst/>
              </a:prstGeom>
            </p:spPr>
          </p:pic>
        </mc:Fallback>
      </mc:AlternateContent>
    </p:spTree>
    <p:extLst>
      <p:ext uri="{BB962C8B-B14F-4D97-AF65-F5344CB8AC3E}">
        <p14:creationId xmlns:p14="http://schemas.microsoft.com/office/powerpoint/2010/main" val="3354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5F5B66-F6C0-4C72-20FB-7FDE30BB9297}"/>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6" name="Straight Connector 85">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8"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9"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0" name="Isosceles Triangle 89">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1"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3"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4" name="Isosceles Triangle 93">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5" name="Isosceles Triangle 94">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97" name="Rectangle 96">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0" name="Straight Connector 99">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1"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2"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 name="Isosceles Triangle 102">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 name="Isosceles Triangle 106">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8" name="Isosceles Triangle 107">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110" name="Rectangle 109">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0211453-F346-8535-0824-53EF75B48EF8}"/>
              </a:ext>
            </a:extLst>
          </p:cNvPr>
          <p:cNvPicPr>
            <a:picLocks noChangeAspect="1"/>
          </p:cNvPicPr>
          <p:nvPr/>
        </p:nvPicPr>
        <p:blipFill>
          <a:blip r:embed="rId2"/>
          <a:stretch>
            <a:fillRect/>
          </a:stretch>
        </p:blipFill>
        <p:spPr>
          <a:xfrm>
            <a:off x="1452001" y="480060"/>
            <a:ext cx="9287998" cy="5897880"/>
          </a:xfrm>
          <a:prstGeom prst="rect">
            <a:avLst/>
          </a:prstGeom>
        </p:spPr>
      </p:pic>
    </p:spTree>
    <p:extLst>
      <p:ext uri="{BB962C8B-B14F-4D97-AF65-F5344CB8AC3E}">
        <p14:creationId xmlns:p14="http://schemas.microsoft.com/office/powerpoint/2010/main" val="2978671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F64AD6-1551-2BB9-5CD5-31D9DC1CF59D}"/>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A3D1B4F-C4DD-3EFB-46F7-1B0714C565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6" name="Straight Connector 85">
              <a:extLst>
                <a:ext uri="{FF2B5EF4-FFF2-40B4-BE49-F238E27FC236}">
                  <a16:creationId xmlns:a16="http://schemas.microsoft.com/office/drawing/2014/main" id="{A7D6DC86-C6ED-02D3-8390-C2C94A698B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0E4FE2B7-43DC-EA5E-0DF9-9D4B7F0A82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8" name="Rectangle 23">
              <a:extLst>
                <a:ext uri="{FF2B5EF4-FFF2-40B4-BE49-F238E27FC236}">
                  <a16:creationId xmlns:a16="http://schemas.microsoft.com/office/drawing/2014/main" id="{7E2CD623-892C-B090-A703-782E156C6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9" name="Rectangle 25">
              <a:extLst>
                <a:ext uri="{FF2B5EF4-FFF2-40B4-BE49-F238E27FC236}">
                  <a16:creationId xmlns:a16="http://schemas.microsoft.com/office/drawing/2014/main" id="{3ABD0AE2-A61F-81B6-421C-26335B78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0" name="Isosceles Triangle 89">
              <a:extLst>
                <a:ext uri="{FF2B5EF4-FFF2-40B4-BE49-F238E27FC236}">
                  <a16:creationId xmlns:a16="http://schemas.microsoft.com/office/drawing/2014/main" id="{B3152575-F4C8-FF88-73C3-BF8CC5EAF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1" name="Rectangle 27">
              <a:extLst>
                <a:ext uri="{FF2B5EF4-FFF2-40B4-BE49-F238E27FC236}">
                  <a16:creationId xmlns:a16="http://schemas.microsoft.com/office/drawing/2014/main" id="{B5E42511-75F5-0034-C544-D00AAA78D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 name="Rectangle 28">
              <a:extLst>
                <a:ext uri="{FF2B5EF4-FFF2-40B4-BE49-F238E27FC236}">
                  <a16:creationId xmlns:a16="http://schemas.microsoft.com/office/drawing/2014/main" id="{288241A9-9B8F-5AB5-61A3-F1CD839AA8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3" name="Rectangle 29">
              <a:extLst>
                <a:ext uri="{FF2B5EF4-FFF2-40B4-BE49-F238E27FC236}">
                  <a16:creationId xmlns:a16="http://schemas.microsoft.com/office/drawing/2014/main" id="{A73EC1C4-D7DF-1A7A-1530-A242EE3B68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4" name="Isosceles Triangle 93">
              <a:extLst>
                <a:ext uri="{FF2B5EF4-FFF2-40B4-BE49-F238E27FC236}">
                  <a16:creationId xmlns:a16="http://schemas.microsoft.com/office/drawing/2014/main" id="{3CA9280E-01DD-6D58-F53B-CF533EB15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5" name="Isosceles Triangle 94">
              <a:extLst>
                <a:ext uri="{FF2B5EF4-FFF2-40B4-BE49-F238E27FC236}">
                  <a16:creationId xmlns:a16="http://schemas.microsoft.com/office/drawing/2014/main" id="{FC30268D-2DEE-9666-0860-2087DE4FB2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97" name="Rectangle 96">
            <a:extLst>
              <a:ext uri="{FF2B5EF4-FFF2-40B4-BE49-F238E27FC236}">
                <a16:creationId xmlns:a16="http://schemas.microsoft.com/office/drawing/2014/main" id="{F57EB213-FF07-8603-7FEF-B4C34752B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12F9648F-DFB1-DE4B-0FD8-FEFDB5701D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0" name="Straight Connector 99">
              <a:extLst>
                <a:ext uri="{FF2B5EF4-FFF2-40B4-BE49-F238E27FC236}">
                  <a16:creationId xmlns:a16="http://schemas.microsoft.com/office/drawing/2014/main" id="{7D002CB4-475D-3F9A-FC4E-11D7DA76379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1" name="Rectangle 23">
              <a:extLst>
                <a:ext uri="{FF2B5EF4-FFF2-40B4-BE49-F238E27FC236}">
                  <a16:creationId xmlns:a16="http://schemas.microsoft.com/office/drawing/2014/main" id="{06F43142-DBFE-ED9C-1E48-8CF48439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2" name="Rectangle 25">
              <a:extLst>
                <a:ext uri="{FF2B5EF4-FFF2-40B4-BE49-F238E27FC236}">
                  <a16:creationId xmlns:a16="http://schemas.microsoft.com/office/drawing/2014/main" id="{2F838694-4AB1-658A-B663-4DE5BE640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 name="Isosceles Triangle 102">
              <a:extLst>
                <a:ext uri="{FF2B5EF4-FFF2-40B4-BE49-F238E27FC236}">
                  <a16:creationId xmlns:a16="http://schemas.microsoft.com/office/drawing/2014/main" id="{9C030C40-B887-5C1C-9BD7-E64095035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 name="Rectangle 27">
              <a:extLst>
                <a:ext uri="{FF2B5EF4-FFF2-40B4-BE49-F238E27FC236}">
                  <a16:creationId xmlns:a16="http://schemas.microsoft.com/office/drawing/2014/main" id="{2E7B155D-7392-A112-28D1-E67FE9B6C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 name="Rectangle 28">
              <a:extLst>
                <a:ext uri="{FF2B5EF4-FFF2-40B4-BE49-F238E27FC236}">
                  <a16:creationId xmlns:a16="http://schemas.microsoft.com/office/drawing/2014/main" id="{6DDDBF35-6E48-2ABC-11B0-842FCC065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Rectangle 29">
              <a:extLst>
                <a:ext uri="{FF2B5EF4-FFF2-40B4-BE49-F238E27FC236}">
                  <a16:creationId xmlns:a16="http://schemas.microsoft.com/office/drawing/2014/main" id="{6B48A21A-CBFF-CC92-7CF4-48679D262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 name="Isosceles Triangle 106">
              <a:extLst>
                <a:ext uri="{FF2B5EF4-FFF2-40B4-BE49-F238E27FC236}">
                  <a16:creationId xmlns:a16="http://schemas.microsoft.com/office/drawing/2014/main" id="{8FE2BCF4-DEC8-B70C-6EFE-459F2E84BB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8" name="Isosceles Triangle 107">
              <a:extLst>
                <a:ext uri="{FF2B5EF4-FFF2-40B4-BE49-F238E27FC236}">
                  <a16:creationId xmlns:a16="http://schemas.microsoft.com/office/drawing/2014/main" id="{84648078-AE4E-0A06-0B02-540F9BA03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110" name="Rectangle 109">
            <a:extLst>
              <a:ext uri="{FF2B5EF4-FFF2-40B4-BE49-F238E27FC236}">
                <a16:creationId xmlns:a16="http://schemas.microsoft.com/office/drawing/2014/main" id="{99934B7A-D79B-523D-2B80-EAE13ACEC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CB7822-C4AE-B3A5-8C9D-68B5871AFE4E}"/>
              </a:ext>
            </a:extLst>
          </p:cNvPr>
          <p:cNvPicPr>
            <a:picLocks noChangeAspect="1"/>
          </p:cNvPicPr>
          <p:nvPr/>
        </p:nvPicPr>
        <p:blipFill>
          <a:blip r:embed="rId2"/>
          <a:stretch>
            <a:fillRect/>
          </a:stretch>
        </p:blipFill>
        <p:spPr>
          <a:xfrm>
            <a:off x="1691000" y="542625"/>
            <a:ext cx="9131218" cy="5764281"/>
          </a:xfrm>
          <a:prstGeom prst="rect">
            <a:avLst/>
          </a:prstGeom>
        </p:spPr>
      </p:pic>
    </p:spTree>
    <p:extLst>
      <p:ext uri="{BB962C8B-B14F-4D97-AF65-F5344CB8AC3E}">
        <p14:creationId xmlns:p14="http://schemas.microsoft.com/office/powerpoint/2010/main" val="1625716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F52442-52BB-D4BD-487C-5065D800CB1A}"/>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6" name="Straight Connector 85">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8"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9"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0" name="Isosceles Triangle 89">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1"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3"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4" name="Isosceles Triangle 93">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5" name="Isosceles Triangle 94">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97" name="Rectangle 96">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0" name="Straight Connector 99">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1"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2"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 name="Isosceles Triangle 102">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 name="Isosceles Triangle 106">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8" name="Isosceles Triangle 107">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110" name="Rectangle 109">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DCD982F4-33DB-F966-321F-7BB1A122A57C}"/>
              </a:ext>
            </a:extLst>
          </p:cNvPr>
          <p:cNvPicPr>
            <a:picLocks noChangeAspect="1"/>
          </p:cNvPicPr>
          <p:nvPr/>
        </p:nvPicPr>
        <p:blipFill>
          <a:blip r:embed="rId2"/>
          <a:stretch>
            <a:fillRect/>
          </a:stretch>
        </p:blipFill>
        <p:spPr>
          <a:xfrm>
            <a:off x="640248" y="1549942"/>
            <a:ext cx="5477049" cy="3532696"/>
          </a:xfrm>
          <a:prstGeom prst="rect">
            <a:avLst/>
          </a:prstGeom>
        </p:spPr>
      </p:pic>
      <p:cxnSp>
        <p:nvCxnSpPr>
          <p:cNvPr id="112" name="Straight Connector 111">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048D81D-97C2-A4E5-42CE-A2D1ACF738A4}"/>
              </a:ext>
            </a:extLst>
          </p:cNvPr>
          <p:cNvPicPr>
            <a:picLocks noChangeAspect="1"/>
          </p:cNvPicPr>
          <p:nvPr/>
        </p:nvPicPr>
        <p:blipFill>
          <a:blip r:embed="rId3"/>
          <a:stretch>
            <a:fillRect/>
          </a:stretch>
        </p:blipFill>
        <p:spPr>
          <a:xfrm>
            <a:off x="6145576" y="1600305"/>
            <a:ext cx="5569412" cy="3564422"/>
          </a:xfrm>
          <a:prstGeom prst="rect">
            <a:avLst/>
          </a:prstGeom>
        </p:spPr>
      </p:pic>
    </p:spTree>
    <p:extLst>
      <p:ext uri="{BB962C8B-B14F-4D97-AF65-F5344CB8AC3E}">
        <p14:creationId xmlns:p14="http://schemas.microsoft.com/office/powerpoint/2010/main" val="2246259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B88B8A-EB41-3ED4-6925-FB8D8D601EAF}"/>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2BCF663D-E8F0-9171-5523-A06F83E0CB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37D24ED2-8897-303D-5417-6E67B9E32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88DDBF1-544E-66EF-8DEC-56B22F601E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2" name="Rectangle 23">
              <a:extLst>
                <a:ext uri="{FF2B5EF4-FFF2-40B4-BE49-F238E27FC236}">
                  <a16:creationId xmlns:a16="http://schemas.microsoft.com/office/drawing/2014/main" id="{281DE555-2E24-49D4-42AD-2203F5BB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Rectangle 25">
              <a:extLst>
                <a:ext uri="{FF2B5EF4-FFF2-40B4-BE49-F238E27FC236}">
                  <a16:creationId xmlns:a16="http://schemas.microsoft.com/office/drawing/2014/main" id="{DB52A790-D0E5-5782-9133-AA58553C0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4" name="Isosceles Triangle 63">
              <a:extLst>
                <a:ext uri="{FF2B5EF4-FFF2-40B4-BE49-F238E27FC236}">
                  <a16:creationId xmlns:a16="http://schemas.microsoft.com/office/drawing/2014/main" id="{6243B514-7495-9FE7-976C-C1A493CB0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Rectangle 27">
              <a:extLst>
                <a:ext uri="{FF2B5EF4-FFF2-40B4-BE49-F238E27FC236}">
                  <a16:creationId xmlns:a16="http://schemas.microsoft.com/office/drawing/2014/main" id="{7F3204EC-AA58-D68F-8B0F-735E0E9CA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Rectangle 28">
              <a:extLst>
                <a:ext uri="{FF2B5EF4-FFF2-40B4-BE49-F238E27FC236}">
                  <a16:creationId xmlns:a16="http://schemas.microsoft.com/office/drawing/2014/main" id="{D0DF0425-75C6-3B9A-0AD4-84BFF61EB9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7" name="Rectangle 29">
              <a:extLst>
                <a:ext uri="{FF2B5EF4-FFF2-40B4-BE49-F238E27FC236}">
                  <a16:creationId xmlns:a16="http://schemas.microsoft.com/office/drawing/2014/main" id="{D0D38A41-4851-5658-6890-35E2E6285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Isosceles Triangle 67">
              <a:extLst>
                <a:ext uri="{FF2B5EF4-FFF2-40B4-BE49-F238E27FC236}">
                  <a16:creationId xmlns:a16="http://schemas.microsoft.com/office/drawing/2014/main" id="{315A5BBD-6884-5D60-0174-F889A96CB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9" name="Isosceles Triangle 68">
              <a:extLst>
                <a:ext uri="{FF2B5EF4-FFF2-40B4-BE49-F238E27FC236}">
                  <a16:creationId xmlns:a16="http://schemas.microsoft.com/office/drawing/2014/main" id="{8FB03DA1-0ADA-F0BB-0C6C-F4F0ED78C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4B098A77-1EF6-DC8C-1885-335FD986F1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208AACAD-FCCD-75A3-B623-B40A1AE0F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7" name="Straight Connector 26">
              <a:extLst>
                <a:ext uri="{FF2B5EF4-FFF2-40B4-BE49-F238E27FC236}">
                  <a16:creationId xmlns:a16="http://schemas.microsoft.com/office/drawing/2014/main" id="{51E02697-2ECB-5834-A4EC-D77BBE6556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2" name="Rectangle 23">
              <a:extLst>
                <a:ext uri="{FF2B5EF4-FFF2-40B4-BE49-F238E27FC236}">
                  <a16:creationId xmlns:a16="http://schemas.microsoft.com/office/drawing/2014/main" id="{1D4ACFDB-D884-7F0A-9F0C-A3AE79901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25">
              <a:extLst>
                <a:ext uri="{FF2B5EF4-FFF2-40B4-BE49-F238E27FC236}">
                  <a16:creationId xmlns:a16="http://schemas.microsoft.com/office/drawing/2014/main" id="{00EB9C27-41F3-E3F1-7DC7-482EB96E1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4" name="Isosceles Triangle 73">
              <a:extLst>
                <a:ext uri="{FF2B5EF4-FFF2-40B4-BE49-F238E27FC236}">
                  <a16:creationId xmlns:a16="http://schemas.microsoft.com/office/drawing/2014/main" id="{08C91C4B-AC37-DAC4-FDF1-32216EDF1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Rectangle 27">
              <a:extLst>
                <a:ext uri="{FF2B5EF4-FFF2-40B4-BE49-F238E27FC236}">
                  <a16:creationId xmlns:a16="http://schemas.microsoft.com/office/drawing/2014/main" id="{CC396DB4-C37A-3B63-D054-B3B2AD669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6" name="Rectangle 28">
              <a:extLst>
                <a:ext uri="{FF2B5EF4-FFF2-40B4-BE49-F238E27FC236}">
                  <a16:creationId xmlns:a16="http://schemas.microsoft.com/office/drawing/2014/main" id="{36BE50A1-DB96-FF94-44E2-660ECEB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7" name="Rectangle 29">
              <a:extLst>
                <a:ext uri="{FF2B5EF4-FFF2-40B4-BE49-F238E27FC236}">
                  <a16:creationId xmlns:a16="http://schemas.microsoft.com/office/drawing/2014/main" id="{05D22D14-C2FD-3487-999D-0726AC94B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8" name="Isosceles Triangle 77">
              <a:extLst>
                <a:ext uri="{FF2B5EF4-FFF2-40B4-BE49-F238E27FC236}">
                  <a16:creationId xmlns:a16="http://schemas.microsoft.com/office/drawing/2014/main" id="{3E391900-FA33-FE09-345B-8BBA512BD4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Isosceles Triangle 78">
              <a:extLst>
                <a:ext uri="{FF2B5EF4-FFF2-40B4-BE49-F238E27FC236}">
                  <a16:creationId xmlns:a16="http://schemas.microsoft.com/office/drawing/2014/main" id="{E60107A9-06FD-9151-6602-FB03C3ED4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80" name="Rectangle 79">
            <a:extLst>
              <a:ext uri="{FF2B5EF4-FFF2-40B4-BE49-F238E27FC236}">
                <a16:creationId xmlns:a16="http://schemas.microsoft.com/office/drawing/2014/main" id="{E8759D60-7496-12CB-2BD3-725933C7C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395BE36-0963-5B0C-6127-FBC535A9EC02}"/>
              </a:ext>
            </a:extLst>
          </p:cNvPr>
          <p:cNvPicPr>
            <a:picLocks noChangeAspect="1"/>
          </p:cNvPicPr>
          <p:nvPr/>
        </p:nvPicPr>
        <p:blipFill>
          <a:blip r:embed="rId3"/>
          <a:stretch>
            <a:fillRect/>
          </a:stretch>
        </p:blipFill>
        <p:spPr>
          <a:xfrm>
            <a:off x="1800781" y="493764"/>
            <a:ext cx="9135044" cy="5862003"/>
          </a:xfrm>
          <a:prstGeom prst="rect">
            <a:avLst/>
          </a:prstGeom>
        </p:spPr>
      </p:pic>
    </p:spTree>
    <p:extLst>
      <p:ext uri="{BB962C8B-B14F-4D97-AF65-F5344CB8AC3E}">
        <p14:creationId xmlns:p14="http://schemas.microsoft.com/office/powerpoint/2010/main" val="236411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E71F03-1F79-CADB-6773-6B79725A36DF}"/>
              </a:ext>
            </a:extLst>
          </p:cNvPr>
          <p:cNvPicPr>
            <a:picLocks noChangeAspect="1"/>
          </p:cNvPicPr>
          <p:nvPr/>
        </p:nvPicPr>
        <p:blipFill>
          <a:blip r:embed="rId2"/>
          <a:srcRect l="27436" r="5852" b="-1"/>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0EA9B9A3-7956-2592-A85A-D6F6DFD9165D}"/>
              </a:ext>
            </a:extLst>
          </p:cNvPr>
          <p:cNvSpPr>
            <a:spLocks noGrp="1"/>
          </p:cNvSpPr>
          <p:nvPr>
            <p:ph type="title"/>
          </p:nvPr>
        </p:nvSpPr>
        <p:spPr>
          <a:xfrm>
            <a:off x="677333" y="609600"/>
            <a:ext cx="3851123" cy="1320800"/>
          </a:xfrm>
        </p:spPr>
        <p:txBody>
          <a:bodyPr>
            <a:normAutofit/>
          </a:bodyPr>
          <a:lstStyle/>
          <a:p>
            <a:r>
              <a:rPr lang="en-US" dirty="0"/>
              <a:t>Results</a:t>
            </a:r>
          </a:p>
        </p:txBody>
      </p:sp>
      <p:sp>
        <p:nvSpPr>
          <p:cNvPr id="3" name="Content Placeholder 2">
            <a:extLst>
              <a:ext uri="{FF2B5EF4-FFF2-40B4-BE49-F238E27FC236}">
                <a16:creationId xmlns:a16="http://schemas.microsoft.com/office/drawing/2014/main" id="{E61C0C40-DD2E-0A39-10A9-91332FCC653C}"/>
              </a:ext>
            </a:extLst>
          </p:cNvPr>
          <p:cNvSpPr>
            <a:spLocks noGrp="1"/>
          </p:cNvSpPr>
          <p:nvPr>
            <p:ph idx="1"/>
          </p:nvPr>
        </p:nvSpPr>
        <p:spPr>
          <a:xfrm>
            <a:off x="677334" y="2160589"/>
            <a:ext cx="3851122" cy="3880773"/>
          </a:xfrm>
        </p:spPr>
        <p:txBody>
          <a:bodyPr>
            <a:normAutofit/>
          </a:bodyPr>
          <a:lstStyle/>
          <a:p>
            <a:pPr>
              <a:buFont typeface="Wingdings" panose="05000000000000000000" pitchFamily="2" charset="2"/>
              <a:buChar char="v"/>
            </a:pPr>
            <a:r>
              <a:rPr lang="en-US" sz="2000" dirty="0"/>
              <a:t>We found that only half people who prefer skiing or hiking prefer the mountains and that the number of people who prefer the mountains increases as their proximity to the mountains increases</a:t>
            </a:r>
          </a:p>
        </p:txBody>
      </p:sp>
      <p:cxnSp>
        <p:nvCxnSpPr>
          <p:cNvPr id="13" name="Straight Connector 12">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6030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4D80-A05E-89F1-E349-299603E2CD2C}"/>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C7FDF202-B3E1-B196-C203-87967C069E49}"/>
              </a:ext>
            </a:extLst>
          </p:cNvPr>
          <p:cNvSpPr>
            <a:spLocks noGrp="1"/>
          </p:cNvSpPr>
          <p:nvPr>
            <p:ph idx="1"/>
          </p:nvPr>
        </p:nvSpPr>
        <p:spPr/>
        <p:txBody>
          <a:bodyPr>
            <a:normAutofit/>
          </a:bodyPr>
          <a:lstStyle/>
          <a:p>
            <a:r>
              <a:rPr lang="en-US" dirty="0"/>
              <a:t>Paliwal, J. (Updated 2024). _Mountains vs. Beach Preference_ [Data set]. Kaggle. </a:t>
            </a:r>
            <a:r>
              <a:rPr lang="en-US" dirty="0">
                <a:hlinkClick r:id="rId2"/>
              </a:rPr>
              <a:t>https://www.kaggle.com/datasets/jahnavipaliwal/mountains-vs-beaches-preference</a:t>
            </a:r>
            <a:endParaRPr lang="en-US" dirty="0"/>
          </a:p>
        </p:txBody>
      </p:sp>
    </p:spTree>
    <p:extLst>
      <p:ext uri="{BB962C8B-B14F-4D97-AF65-F5344CB8AC3E}">
        <p14:creationId xmlns:p14="http://schemas.microsoft.com/office/powerpoint/2010/main" val="998032864"/>
      </p:ext>
    </p:extLst>
  </p:cSld>
  <p:clrMapOvr>
    <a:masterClrMapping/>
  </p:clrMapOvr>
</p:sld>
</file>

<file path=ppt/theme/theme1.xml><?xml version="1.0" encoding="utf-8"?>
<a:theme xmlns:a="http://schemas.openxmlformats.org/drawingml/2006/main" name="Facet">
  <a:themeElements>
    <a:clrScheme name="Custom 2">
      <a:dk1>
        <a:sysClr val="windowText" lastClr="000000"/>
      </a:dk1>
      <a:lt1>
        <a:sysClr val="window" lastClr="FFFFFF"/>
      </a:lt1>
      <a:dk2>
        <a:srgbClr val="373545"/>
      </a:dk2>
      <a:lt2>
        <a:srgbClr val="CEDBE6"/>
      </a:lt2>
      <a:accent1>
        <a:srgbClr val="58B6C0"/>
      </a:accent1>
      <a:accent2>
        <a:srgbClr val="75BDA7"/>
      </a:accent2>
      <a:accent3>
        <a:srgbClr val="A9DB66"/>
      </a:accent3>
      <a:accent4>
        <a:srgbClr val="7A8C8E"/>
      </a:accent4>
      <a:accent5>
        <a:srgbClr val="84ACB6"/>
      </a:accent5>
      <a:accent6>
        <a:srgbClr val="2683C6"/>
      </a:accent6>
      <a:hlink>
        <a:srgbClr val="6B9F25"/>
      </a:hlink>
      <a:folHlink>
        <a:srgbClr val="9F6715"/>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8AB1ADA5A1DD4C83AB608F0B54C77C" ma:contentTypeVersion="5" ma:contentTypeDescription="Create a new document." ma:contentTypeScope="" ma:versionID="08e4f3d190cd16aa4e81781dfdfe8085">
  <xsd:schema xmlns:xsd="http://www.w3.org/2001/XMLSchema" xmlns:xs="http://www.w3.org/2001/XMLSchema" xmlns:p="http://schemas.microsoft.com/office/2006/metadata/properties" xmlns:ns3="a0d2408d-58f9-4ea6-89bb-2f3ea6e0e1ac" targetNamespace="http://schemas.microsoft.com/office/2006/metadata/properties" ma:root="true" ma:fieldsID="d2bc2f3534c1aaed158904ecf509c385" ns3:_="">
    <xsd:import namespace="a0d2408d-58f9-4ea6-89bb-2f3ea6e0e1a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d2408d-58f9-4ea6-89bb-2f3ea6e0e1a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0d2408d-58f9-4ea6-89bb-2f3ea6e0e1ac" xsi:nil="true"/>
  </documentManagement>
</p:properties>
</file>

<file path=customXml/itemProps1.xml><?xml version="1.0" encoding="utf-8"?>
<ds:datastoreItem xmlns:ds="http://schemas.openxmlformats.org/officeDocument/2006/customXml" ds:itemID="{854A0FC7-6153-453F-A46C-F56A44D29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d2408d-58f9-4ea6-89bb-2f3ea6e0e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8EA1AD-C8E4-4B18-A096-5F16BA14B84C}">
  <ds:schemaRefs>
    <ds:schemaRef ds:uri="http://schemas.microsoft.com/sharepoint/v3/contenttype/forms"/>
  </ds:schemaRefs>
</ds:datastoreItem>
</file>

<file path=customXml/itemProps3.xml><?xml version="1.0" encoding="utf-8"?>
<ds:datastoreItem xmlns:ds="http://schemas.openxmlformats.org/officeDocument/2006/customXml" ds:itemID="{C263B5C7-E337-4343-A460-BD9AA8B28CEF}">
  <ds:schemaRefs>
    <ds:schemaRef ds:uri="http://purl.org/dc/dcmitype/"/>
    <ds:schemaRef ds:uri="http://purl.org/dc/terms/"/>
    <ds:schemaRef ds:uri="a0d2408d-58f9-4ea6-89bb-2f3ea6e0e1ac"/>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TM02900688[[fn=Facet]]</Template>
  <TotalTime>328</TotalTime>
  <Words>127</Words>
  <Application>Microsoft Office PowerPoint</Application>
  <PresentationFormat>Widescreen</PresentationFormat>
  <Paragraphs>12</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Georgia</vt:lpstr>
      <vt:lpstr>Wingdings</vt:lpstr>
      <vt:lpstr>Wingdings 3</vt:lpstr>
      <vt:lpstr>Facet</vt:lpstr>
      <vt:lpstr>Beach vs. Mountains Preference</vt:lpstr>
      <vt:lpstr>Data</vt:lpstr>
      <vt:lpstr>Summary Statistics</vt:lpstr>
      <vt:lpstr>PowerPoint Presentation</vt:lpstr>
      <vt:lpstr>PowerPoint Presentation</vt:lpstr>
      <vt:lpstr>PowerPoint Presentation</vt:lpstr>
      <vt:lpstr>PowerPoint Presentation</vt:lpstr>
      <vt:lpstr>Results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Carlini, Kimberly</dc:creator>
  <cp:lastModifiedBy>Carlini, Kimberly</cp:lastModifiedBy>
  <cp:revision>2</cp:revision>
  <dcterms:created xsi:type="dcterms:W3CDTF">2025-11-15T19:53:45Z</dcterms:created>
  <dcterms:modified xsi:type="dcterms:W3CDTF">2025-11-16T01:22:06Z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0x010100B68AB1ADA5A1DD4C83AB608F0B54C77C</vt:lpwstr>
  </property>
</Properties>
</file>